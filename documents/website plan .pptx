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60" r:id="rId4"/>
    <p:sldId id="262" r:id="rId5"/>
    <p:sldId id="259" r:id="rId6"/>
    <p:sldId id="261" r:id="rId7"/>
    <p:sldId id="263" r:id="rId8"/>
    <p:sldId id="258" r:id="rId9"/>
    <p:sldId id="264" r:id="rId10"/>
  </p:sldIdLst>
  <p:sldSz cx="21674138"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CAEC"/>
    <a:srgbClr val="156082"/>
    <a:srgbClr val="125862"/>
    <a:srgbClr val="187582"/>
    <a:srgbClr val="1F95A5"/>
    <a:srgbClr val="1A3842"/>
    <a:srgbClr val="1F363D"/>
    <a:srgbClr val="4079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1C50AE-5759-4575-B399-8C2100B95D64}" v="1" dt="2026-03-21T12:15:28.6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85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Francis" userId="76fc409c-8c77-44f8-adbd-af6b0f6b68c4" providerId="ADAL" clId="{2B9E7B46-6FB5-48ED-ADD8-B3337BFE5B9F}"/>
    <pc:docChg chg="undo custSel addSld modSld">
      <pc:chgData name="Josh Francis" userId="76fc409c-8c77-44f8-adbd-af6b0f6b68c4" providerId="ADAL" clId="{2B9E7B46-6FB5-48ED-ADD8-B3337BFE5B9F}" dt="2026-03-21T12:16:28.011" v="718" actId="313"/>
      <pc:docMkLst>
        <pc:docMk/>
      </pc:docMkLst>
      <pc:sldChg chg="addSp modSp mod">
        <pc:chgData name="Josh Francis" userId="76fc409c-8c77-44f8-adbd-af6b0f6b68c4" providerId="ADAL" clId="{2B9E7B46-6FB5-48ED-ADD8-B3337BFE5B9F}" dt="2026-03-20T11:06:39.847" v="319" actId="20577"/>
        <pc:sldMkLst>
          <pc:docMk/>
          <pc:sldMk cId="373394411" sldId="257"/>
        </pc:sldMkLst>
        <pc:spChg chg="add mod">
          <ac:chgData name="Josh Francis" userId="76fc409c-8c77-44f8-adbd-af6b0f6b68c4" providerId="ADAL" clId="{2B9E7B46-6FB5-48ED-ADD8-B3337BFE5B9F}" dt="2026-03-20T09:18:48.068" v="4" actId="208"/>
          <ac:spMkLst>
            <pc:docMk/>
            <pc:sldMk cId="373394411" sldId="257"/>
            <ac:spMk id="2" creationId="{D03F4796-2A0A-F857-E7D6-75AA8E1349E6}"/>
          </ac:spMkLst>
        </pc:spChg>
        <pc:spChg chg="add mod">
          <ac:chgData name="Josh Francis" userId="76fc409c-8c77-44f8-adbd-af6b0f6b68c4" providerId="ADAL" clId="{2B9E7B46-6FB5-48ED-ADD8-B3337BFE5B9F}" dt="2026-03-20T09:21:39.357" v="110" actId="403"/>
          <ac:spMkLst>
            <pc:docMk/>
            <pc:sldMk cId="373394411" sldId="257"/>
            <ac:spMk id="3" creationId="{7AC7AB96-189F-EC13-6AEF-B22537BE0D5E}"/>
          </ac:spMkLst>
        </pc:spChg>
        <pc:spChg chg="mod">
          <ac:chgData name="Josh Francis" userId="76fc409c-8c77-44f8-adbd-af6b0f6b68c4" providerId="ADAL" clId="{2B9E7B46-6FB5-48ED-ADD8-B3337BFE5B9F}" dt="2026-03-20T09:21:39.357" v="110" actId="403"/>
          <ac:spMkLst>
            <pc:docMk/>
            <pc:sldMk cId="373394411" sldId="257"/>
            <ac:spMk id="4" creationId="{53243B5D-9A73-1BDD-18DB-645ACCE5F145}"/>
          </ac:spMkLst>
        </pc:spChg>
        <pc:spChg chg="mod">
          <ac:chgData name="Josh Francis" userId="76fc409c-8c77-44f8-adbd-af6b0f6b68c4" providerId="ADAL" clId="{2B9E7B46-6FB5-48ED-ADD8-B3337BFE5B9F}" dt="2026-03-20T09:21:39.357" v="110" actId="403"/>
          <ac:spMkLst>
            <pc:docMk/>
            <pc:sldMk cId="373394411" sldId="257"/>
            <ac:spMk id="6" creationId="{69CF7483-B31E-59AA-72F5-C708ADAA67F2}"/>
          </ac:spMkLst>
        </pc:spChg>
        <pc:spChg chg="mod">
          <ac:chgData name="Josh Francis" userId="76fc409c-8c77-44f8-adbd-af6b0f6b68c4" providerId="ADAL" clId="{2B9E7B46-6FB5-48ED-ADD8-B3337BFE5B9F}" dt="2026-03-20T09:21:39.357" v="110" actId="403"/>
          <ac:spMkLst>
            <pc:docMk/>
            <pc:sldMk cId="373394411" sldId="257"/>
            <ac:spMk id="12" creationId="{DD4F5239-EA08-C104-BB9F-2CE8B4AEC7E9}"/>
          </ac:spMkLst>
        </pc:spChg>
        <pc:spChg chg="add mod">
          <ac:chgData name="Josh Francis" userId="76fc409c-8c77-44f8-adbd-af6b0f6b68c4" providerId="ADAL" clId="{2B9E7B46-6FB5-48ED-ADD8-B3337BFE5B9F}" dt="2026-03-20T09:21:29.654" v="107" actId="14100"/>
          <ac:spMkLst>
            <pc:docMk/>
            <pc:sldMk cId="373394411" sldId="257"/>
            <ac:spMk id="16" creationId="{6E64558F-DB49-7D42-EEEA-A850E30E6027}"/>
          </ac:spMkLst>
        </pc:spChg>
        <pc:spChg chg="mod">
          <ac:chgData name="Josh Francis" userId="76fc409c-8c77-44f8-adbd-af6b0f6b68c4" providerId="ADAL" clId="{2B9E7B46-6FB5-48ED-ADD8-B3337BFE5B9F}" dt="2026-03-20T09:21:39.357" v="110" actId="403"/>
          <ac:spMkLst>
            <pc:docMk/>
            <pc:sldMk cId="373394411" sldId="257"/>
            <ac:spMk id="24" creationId="{EFE43C88-D0B8-5D05-8CA0-10436CCF69A3}"/>
          </ac:spMkLst>
        </pc:spChg>
        <pc:spChg chg="mod">
          <ac:chgData name="Josh Francis" userId="76fc409c-8c77-44f8-adbd-af6b0f6b68c4" providerId="ADAL" clId="{2B9E7B46-6FB5-48ED-ADD8-B3337BFE5B9F}" dt="2026-03-20T09:21:39.357" v="110" actId="403"/>
          <ac:spMkLst>
            <pc:docMk/>
            <pc:sldMk cId="373394411" sldId="257"/>
            <ac:spMk id="26" creationId="{2A419E21-2655-5716-8360-2EB31C451F2A}"/>
          </ac:spMkLst>
        </pc:spChg>
        <pc:spChg chg="mod">
          <ac:chgData name="Josh Francis" userId="76fc409c-8c77-44f8-adbd-af6b0f6b68c4" providerId="ADAL" clId="{2B9E7B46-6FB5-48ED-ADD8-B3337BFE5B9F}" dt="2026-03-20T09:21:39.357" v="110" actId="403"/>
          <ac:spMkLst>
            <pc:docMk/>
            <pc:sldMk cId="373394411" sldId="257"/>
            <ac:spMk id="29" creationId="{B3EAAA2B-BC13-758D-64A1-7802FDD510DD}"/>
          </ac:spMkLst>
        </pc:spChg>
        <pc:spChg chg="mod">
          <ac:chgData name="Josh Francis" userId="76fc409c-8c77-44f8-adbd-af6b0f6b68c4" providerId="ADAL" clId="{2B9E7B46-6FB5-48ED-ADD8-B3337BFE5B9F}" dt="2026-03-20T09:21:39.357" v="110" actId="403"/>
          <ac:spMkLst>
            <pc:docMk/>
            <pc:sldMk cId="373394411" sldId="257"/>
            <ac:spMk id="31" creationId="{FF0A2318-6089-CCE2-C9F6-6F67C3B4772A}"/>
          </ac:spMkLst>
        </pc:spChg>
        <pc:spChg chg="mod">
          <ac:chgData name="Josh Francis" userId="76fc409c-8c77-44f8-adbd-af6b0f6b68c4" providerId="ADAL" clId="{2B9E7B46-6FB5-48ED-ADD8-B3337BFE5B9F}" dt="2026-03-20T09:21:39.357" v="110" actId="403"/>
          <ac:spMkLst>
            <pc:docMk/>
            <pc:sldMk cId="373394411" sldId="257"/>
            <ac:spMk id="41" creationId="{0207EE36-F049-CFE7-FB92-842C8CD0DF7B}"/>
          </ac:spMkLst>
        </pc:spChg>
        <pc:spChg chg="mod">
          <ac:chgData name="Josh Francis" userId="76fc409c-8c77-44f8-adbd-af6b0f6b68c4" providerId="ADAL" clId="{2B9E7B46-6FB5-48ED-ADD8-B3337BFE5B9F}" dt="2026-03-20T11:06:39.847" v="319" actId="20577"/>
          <ac:spMkLst>
            <pc:docMk/>
            <pc:sldMk cId="373394411" sldId="257"/>
            <ac:spMk id="42" creationId="{3F0E03DC-8AB8-435F-2580-12CD063A7D1C}"/>
          </ac:spMkLst>
        </pc:spChg>
        <pc:cxnChg chg="add mod">
          <ac:chgData name="Josh Francis" userId="76fc409c-8c77-44f8-adbd-af6b0f6b68c4" providerId="ADAL" clId="{2B9E7B46-6FB5-48ED-ADD8-B3337BFE5B9F}" dt="2026-03-20T09:20:57.492" v="55" actId="14100"/>
          <ac:cxnSpMkLst>
            <pc:docMk/>
            <pc:sldMk cId="373394411" sldId="257"/>
            <ac:cxnSpMk id="7" creationId="{8753B970-8A65-C39D-8295-D6A01F2B1AE0}"/>
          </ac:cxnSpMkLst>
        </pc:cxnChg>
        <pc:cxnChg chg="mod">
          <ac:chgData name="Josh Francis" userId="76fc409c-8c77-44f8-adbd-af6b0f6b68c4" providerId="ADAL" clId="{2B9E7B46-6FB5-48ED-ADD8-B3337BFE5B9F}" dt="2026-03-20T09:19:57.328" v="18" actId="14100"/>
          <ac:cxnSpMkLst>
            <pc:docMk/>
            <pc:sldMk cId="373394411" sldId="257"/>
            <ac:cxnSpMk id="33" creationId="{904B7132-DA08-ADB6-C7AD-B63132C94098}"/>
          </ac:cxnSpMkLst>
        </pc:cxnChg>
      </pc:sldChg>
      <pc:sldChg chg="addSp modSp mod">
        <pc:chgData name="Josh Francis" userId="76fc409c-8c77-44f8-adbd-af6b0f6b68c4" providerId="ADAL" clId="{2B9E7B46-6FB5-48ED-ADD8-B3337BFE5B9F}" dt="2026-03-20T09:22:38.069" v="157" actId="14100"/>
        <pc:sldMkLst>
          <pc:docMk/>
          <pc:sldMk cId="3264162765" sldId="259"/>
        </pc:sldMkLst>
        <pc:spChg chg="add mod">
          <ac:chgData name="Josh Francis" userId="76fc409c-8c77-44f8-adbd-af6b0f6b68c4" providerId="ADAL" clId="{2B9E7B46-6FB5-48ED-ADD8-B3337BFE5B9F}" dt="2026-03-20T09:19:18.548" v="13"/>
          <ac:spMkLst>
            <pc:docMk/>
            <pc:sldMk cId="3264162765" sldId="259"/>
            <ac:spMk id="5" creationId="{88D79558-95E7-2535-9FF8-7066B405ED16}"/>
          </ac:spMkLst>
        </pc:spChg>
        <pc:spChg chg="add mod">
          <ac:chgData name="Josh Francis" userId="76fc409c-8c77-44f8-adbd-af6b0f6b68c4" providerId="ADAL" clId="{2B9E7B46-6FB5-48ED-ADD8-B3337BFE5B9F}" dt="2026-03-20T09:19:18.548" v="13"/>
          <ac:spMkLst>
            <pc:docMk/>
            <pc:sldMk cId="3264162765" sldId="259"/>
            <ac:spMk id="7" creationId="{A84DD8D5-DE51-E201-9A29-6A4CC3F851DB}"/>
          </ac:spMkLst>
        </pc:spChg>
        <pc:spChg chg="add mod">
          <ac:chgData name="Josh Francis" userId="76fc409c-8c77-44f8-adbd-af6b0f6b68c4" providerId="ADAL" clId="{2B9E7B46-6FB5-48ED-ADD8-B3337BFE5B9F}" dt="2026-03-20T09:22:32.602" v="156" actId="1076"/>
          <ac:spMkLst>
            <pc:docMk/>
            <pc:sldMk cId="3264162765" sldId="259"/>
            <ac:spMk id="36" creationId="{F4E55139-E624-51C7-0A33-C5D83ABDAA26}"/>
          </ac:spMkLst>
        </pc:spChg>
        <pc:spChg chg="mod">
          <ac:chgData name="Josh Francis" userId="76fc409c-8c77-44f8-adbd-af6b0f6b68c4" providerId="ADAL" clId="{2B9E7B46-6FB5-48ED-ADD8-B3337BFE5B9F}" dt="2026-03-20T09:22:01.515" v="117" actId="1076"/>
          <ac:spMkLst>
            <pc:docMk/>
            <pc:sldMk cId="3264162765" sldId="259"/>
            <ac:spMk id="44" creationId="{AE5112CC-0A2C-6413-CE7E-A8DCB0056797}"/>
          </ac:spMkLst>
        </pc:spChg>
        <pc:cxnChg chg="add mod">
          <ac:chgData name="Josh Francis" userId="76fc409c-8c77-44f8-adbd-af6b0f6b68c4" providerId="ADAL" clId="{2B9E7B46-6FB5-48ED-ADD8-B3337BFE5B9F}" dt="2026-03-20T09:22:38.069" v="157" actId="14100"/>
          <ac:cxnSpMkLst>
            <pc:docMk/>
            <pc:sldMk cId="3264162765" sldId="259"/>
            <ac:cxnSpMk id="37" creationId="{CE166FD7-1FBA-B9F1-0720-3519E9BD3E7E}"/>
          </ac:cxnSpMkLst>
        </pc:cxnChg>
      </pc:sldChg>
      <pc:sldChg chg="addSp modSp mod">
        <pc:chgData name="Josh Francis" userId="76fc409c-8c77-44f8-adbd-af6b0f6b68c4" providerId="ADAL" clId="{2B9E7B46-6FB5-48ED-ADD8-B3337BFE5B9F}" dt="2026-03-20T09:20:47.366" v="51" actId="14100"/>
        <pc:sldMkLst>
          <pc:docMk/>
          <pc:sldMk cId="3477542783" sldId="260"/>
        </pc:sldMkLst>
        <pc:spChg chg="add mod">
          <ac:chgData name="Josh Francis" userId="76fc409c-8c77-44f8-adbd-af6b0f6b68c4" providerId="ADAL" clId="{2B9E7B46-6FB5-48ED-ADD8-B3337BFE5B9F}" dt="2026-03-20T09:19:11.762" v="10"/>
          <ac:spMkLst>
            <pc:docMk/>
            <pc:sldMk cId="3477542783" sldId="260"/>
            <ac:spMk id="5" creationId="{A9B9BC6B-401E-0684-AE91-3B2E11FB3409}"/>
          </ac:spMkLst>
        </pc:spChg>
        <pc:spChg chg="add mod">
          <ac:chgData name="Josh Francis" userId="76fc409c-8c77-44f8-adbd-af6b0f6b68c4" providerId="ADAL" clId="{2B9E7B46-6FB5-48ED-ADD8-B3337BFE5B9F}" dt="2026-03-20T09:19:11.762" v="10"/>
          <ac:spMkLst>
            <pc:docMk/>
            <pc:sldMk cId="3477542783" sldId="260"/>
            <ac:spMk id="7" creationId="{C291D4CA-2F12-C14B-F516-458248FEA2EC}"/>
          </ac:spMkLst>
        </pc:spChg>
        <pc:spChg chg="add mod">
          <ac:chgData name="Josh Francis" userId="76fc409c-8c77-44f8-adbd-af6b0f6b68c4" providerId="ADAL" clId="{2B9E7B46-6FB5-48ED-ADD8-B3337BFE5B9F}" dt="2026-03-20T09:20:47.366" v="51" actId="14100"/>
          <ac:spMkLst>
            <pc:docMk/>
            <pc:sldMk cId="3477542783" sldId="260"/>
            <ac:spMk id="11" creationId="{FCAB3E0C-4381-8B07-79FA-F00C2FE241E4}"/>
          </ac:spMkLst>
        </pc:spChg>
        <pc:cxnChg chg="mod">
          <ac:chgData name="Josh Francis" userId="76fc409c-8c77-44f8-adbd-af6b0f6b68c4" providerId="ADAL" clId="{2B9E7B46-6FB5-48ED-ADD8-B3337BFE5B9F}" dt="2026-03-20T09:20:26.317" v="34" actId="1076"/>
          <ac:cxnSpMkLst>
            <pc:docMk/>
            <pc:sldMk cId="3477542783" sldId="260"/>
            <ac:cxnSpMk id="30" creationId="{C0941E16-0C45-901F-C8AB-2D8B1E692322}"/>
          </ac:cxnSpMkLst>
        </pc:cxnChg>
      </pc:sldChg>
      <pc:sldChg chg="addSp modSp mod">
        <pc:chgData name="Josh Francis" userId="76fc409c-8c77-44f8-adbd-af6b0f6b68c4" providerId="ADAL" clId="{2B9E7B46-6FB5-48ED-ADD8-B3337BFE5B9F}" dt="2026-03-20T09:19:44.374" v="17" actId="207"/>
        <pc:sldMkLst>
          <pc:docMk/>
          <pc:sldMk cId="4022411048" sldId="261"/>
        </pc:sldMkLst>
        <pc:spChg chg="add mod">
          <ac:chgData name="Josh Francis" userId="76fc409c-8c77-44f8-adbd-af6b0f6b68c4" providerId="ADAL" clId="{2B9E7B46-6FB5-48ED-ADD8-B3337BFE5B9F}" dt="2026-03-20T09:19:20.915" v="14"/>
          <ac:spMkLst>
            <pc:docMk/>
            <pc:sldMk cId="4022411048" sldId="261"/>
            <ac:spMk id="2" creationId="{CA50101E-E183-F78F-406E-FE4919EB8271}"/>
          </ac:spMkLst>
        </pc:spChg>
        <pc:spChg chg="add mod">
          <ac:chgData name="Josh Francis" userId="76fc409c-8c77-44f8-adbd-af6b0f6b68c4" providerId="ADAL" clId="{2B9E7B46-6FB5-48ED-ADD8-B3337BFE5B9F}" dt="2026-03-20T09:19:20.915" v="14"/>
          <ac:spMkLst>
            <pc:docMk/>
            <pc:sldMk cId="4022411048" sldId="261"/>
            <ac:spMk id="3" creationId="{EE7AAC12-15C0-C68D-D0FA-03476995C761}"/>
          </ac:spMkLst>
        </pc:spChg>
        <pc:spChg chg="add mod">
          <ac:chgData name="Josh Francis" userId="76fc409c-8c77-44f8-adbd-af6b0f6b68c4" providerId="ADAL" clId="{2B9E7B46-6FB5-48ED-ADD8-B3337BFE5B9F}" dt="2026-03-20T09:19:44.374" v="17" actId="207"/>
          <ac:spMkLst>
            <pc:docMk/>
            <pc:sldMk cId="4022411048" sldId="261"/>
            <ac:spMk id="9" creationId="{442DAD52-E2B4-75D3-4661-7FC60A117F51}"/>
          </ac:spMkLst>
        </pc:spChg>
      </pc:sldChg>
      <pc:sldChg chg="addSp modSp mod">
        <pc:chgData name="Josh Francis" userId="76fc409c-8c77-44f8-adbd-af6b0f6b68c4" providerId="ADAL" clId="{2B9E7B46-6FB5-48ED-ADD8-B3337BFE5B9F}" dt="2026-03-20T11:02:31.149" v="248" actId="20577"/>
        <pc:sldMkLst>
          <pc:docMk/>
          <pc:sldMk cId="129264041" sldId="262"/>
        </pc:sldMkLst>
        <pc:spChg chg="add mod">
          <ac:chgData name="Josh Francis" userId="76fc409c-8c77-44f8-adbd-af6b0f6b68c4" providerId="ADAL" clId="{2B9E7B46-6FB5-48ED-ADD8-B3337BFE5B9F}" dt="2026-03-20T09:19:13.947" v="11"/>
          <ac:spMkLst>
            <pc:docMk/>
            <pc:sldMk cId="129264041" sldId="262"/>
            <ac:spMk id="25" creationId="{6EBC81F3-1CE8-A98A-A925-3D332880E1C2}"/>
          </ac:spMkLst>
        </pc:spChg>
        <pc:spChg chg="add mod">
          <ac:chgData name="Josh Francis" userId="76fc409c-8c77-44f8-adbd-af6b0f6b68c4" providerId="ADAL" clId="{2B9E7B46-6FB5-48ED-ADD8-B3337BFE5B9F}" dt="2026-03-20T09:19:13.947" v="11"/>
          <ac:spMkLst>
            <pc:docMk/>
            <pc:sldMk cId="129264041" sldId="262"/>
            <ac:spMk id="29" creationId="{202F6557-30A0-78AC-E915-40DD7F407911}"/>
          </ac:spMkLst>
        </pc:spChg>
        <pc:spChg chg="add mod">
          <ac:chgData name="Josh Francis" userId="76fc409c-8c77-44f8-adbd-af6b0f6b68c4" providerId="ADAL" clId="{2B9E7B46-6FB5-48ED-ADD8-B3337BFE5B9F}" dt="2026-03-20T09:19:15.829" v="12"/>
          <ac:spMkLst>
            <pc:docMk/>
            <pc:sldMk cId="129264041" sldId="262"/>
            <ac:spMk id="30" creationId="{B7619D99-0599-755E-0025-96486CC5BED5}"/>
          </ac:spMkLst>
        </pc:spChg>
        <pc:spChg chg="add mod">
          <ac:chgData name="Josh Francis" userId="76fc409c-8c77-44f8-adbd-af6b0f6b68c4" providerId="ADAL" clId="{2B9E7B46-6FB5-48ED-ADD8-B3337BFE5B9F}" dt="2026-03-20T09:19:15.829" v="12"/>
          <ac:spMkLst>
            <pc:docMk/>
            <pc:sldMk cId="129264041" sldId="262"/>
            <ac:spMk id="31" creationId="{1354CD0A-FB68-D7CC-9ECF-C8DBF05768B0}"/>
          </ac:spMkLst>
        </pc:spChg>
        <pc:spChg chg="add mod">
          <ac:chgData name="Josh Francis" userId="76fc409c-8c77-44f8-adbd-af6b0f6b68c4" providerId="ADAL" clId="{2B9E7B46-6FB5-48ED-ADD8-B3337BFE5B9F}" dt="2026-03-20T11:02:31.149" v="248" actId="20577"/>
          <ac:spMkLst>
            <pc:docMk/>
            <pc:sldMk cId="129264041" sldId="262"/>
            <ac:spMk id="32" creationId="{CD9DFA42-2971-ADA5-C5F8-58000C4AF454}"/>
          </ac:spMkLst>
        </pc:spChg>
        <pc:cxnChg chg="add mod">
          <ac:chgData name="Josh Francis" userId="76fc409c-8c77-44f8-adbd-af6b0f6b68c4" providerId="ADAL" clId="{2B9E7B46-6FB5-48ED-ADD8-B3337BFE5B9F}" dt="2026-03-20T11:02:26.815" v="243" actId="1076"/>
          <ac:cxnSpMkLst>
            <pc:docMk/>
            <pc:sldMk cId="129264041" sldId="262"/>
            <ac:cxnSpMk id="33" creationId="{2950A96C-743E-78FB-3469-1A3FEDCE134E}"/>
          </ac:cxnSpMkLst>
        </pc:cxnChg>
      </pc:sldChg>
      <pc:sldChg chg="addSp delSp modSp add mod">
        <pc:chgData name="Josh Francis" userId="76fc409c-8c77-44f8-adbd-af6b0f6b68c4" providerId="ADAL" clId="{2B9E7B46-6FB5-48ED-ADD8-B3337BFE5B9F}" dt="2026-03-20T11:04:16.323" v="297" actId="20577"/>
        <pc:sldMkLst>
          <pc:docMk/>
          <pc:sldMk cId="3417321068" sldId="263"/>
        </pc:sldMkLst>
        <pc:spChg chg="del">
          <ac:chgData name="Josh Francis" userId="76fc409c-8c77-44f8-adbd-af6b0f6b68c4" providerId="ADAL" clId="{2B9E7B46-6FB5-48ED-ADD8-B3337BFE5B9F}" dt="2026-03-20T10:09:47.036" v="159" actId="478"/>
          <ac:spMkLst>
            <pc:docMk/>
            <pc:sldMk cId="3417321068" sldId="263"/>
            <ac:spMk id="3" creationId="{35F11249-3B77-64E0-BF35-13A5CC89C69E}"/>
          </ac:spMkLst>
        </pc:spChg>
        <pc:spChg chg="del">
          <ac:chgData name="Josh Francis" userId="76fc409c-8c77-44f8-adbd-af6b0f6b68c4" providerId="ADAL" clId="{2B9E7B46-6FB5-48ED-ADD8-B3337BFE5B9F}" dt="2026-03-20T10:09:47.036" v="159" actId="478"/>
          <ac:spMkLst>
            <pc:docMk/>
            <pc:sldMk cId="3417321068" sldId="263"/>
            <ac:spMk id="4" creationId="{763EC035-2C9B-A9CC-725C-4A882F8A0C96}"/>
          </ac:spMkLst>
        </pc:spChg>
        <pc:spChg chg="add del mod">
          <ac:chgData name="Josh Francis" userId="76fc409c-8c77-44f8-adbd-af6b0f6b68c4" providerId="ADAL" clId="{2B9E7B46-6FB5-48ED-ADD8-B3337BFE5B9F}" dt="2026-03-20T11:03:54.431" v="275" actId="478"/>
          <ac:spMkLst>
            <pc:docMk/>
            <pc:sldMk cId="3417321068" sldId="263"/>
            <ac:spMk id="11" creationId="{D08B67A9-DCE8-A336-C1E1-A68E52070E11}"/>
          </ac:spMkLst>
        </pc:spChg>
        <pc:spChg chg="add mod">
          <ac:chgData name="Josh Francis" userId="76fc409c-8c77-44f8-adbd-af6b0f6b68c4" providerId="ADAL" clId="{2B9E7B46-6FB5-48ED-ADD8-B3337BFE5B9F}" dt="2026-03-20T10:09:48.365" v="160"/>
          <ac:spMkLst>
            <pc:docMk/>
            <pc:sldMk cId="3417321068" sldId="263"/>
            <ac:spMk id="13" creationId="{CFE63E64-545F-1387-28A5-EB6026E1AFB1}"/>
          </ac:spMkLst>
        </pc:spChg>
        <pc:spChg chg="add mod">
          <ac:chgData name="Josh Francis" userId="76fc409c-8c77-44f8-adbd-af6b0f6b68c4" providerId="ADAL" clId="{2B9E7B46-6FB5-48ED-ADD8-B3337BFE5B9F}" dt="2026-03-20T10:09:48.365" v="160"/>
          <ac:spMkLst>
            <pc:docMk/>
            <pc:sldMk cId="3417321068" sldId="263"/>
            <ac:spMk id="16" creationId="{07137785-AB89-4FD9-28E2-3E491F6ADF88}"/>
          </ac:spMkLst>
        </pc:spChg>
        <pc:spChg chg="del">
          <ac:chgData name="Josh Francis" userId="76fc409c-8c77-44f8-adbd-af6b0f6b68c4" providerId="ADAL" clId="{2B9E7B46-6FB5-48ED-ADD8-B3337BFE5B9F}" dt="2026-03-20T10:09:47.036" v="159" actId="478"/>
          <ac:spMkLst>
            <pc:docMk/>
            <pc:sldMk cId="3417321068" sldId="263"/>
            <ac:spMk id="19" creationId="{DF3FF40A-403F-C528-FAB7-4C4C43B07E7C}"/>
          </ac:spMkLst>
        </pc:spChg>
        <pc:spChg chg="del">
          <ac:chgData name="Josh Francis" userId="76fc409c-8c77-44f8-adbd-af6b0f6b68c4" providerId="ADAL" clId="{2B9E7B46-6FB5-48ED-ADD8-B3337BFE5B9F}" dt="2026-03-20T10:09:47.036" v="159" actId="478"/>
          <ac:spMkLst>
            <pc:docMk/>
            <pc:sldMk cId="3417321068" sldId="263"/>
            <ac:spMk id="20" creationId="{68BE1A84-E01D-3E0B-0D6A-9ED84611BA22}"/>
          </ac:spMkLst>
        </pc:spChg>
        <pc:spChg chg="add mod">
          <ac:chgData name="Josh Francis" userId="76fc409c-8c77-44f8-adbd-af6b0f6b68c4" providerId="ADAL" clId="{2B9E7B46-6FB5-48ED-ADD8-B3337BFE5B9F}" dt="2026-03-20T11:03:51.255" v="273" actId="1076"/>
          <ac:spMkLst>
            <pc:docMk/>
            <pc:sldMk cId="3417321068" sldId="263"/>
            <ac:spMk id="22" creationId="{DFA1C6DC-9239-D465-1C92-983A4F2C83E7}"/>
          </ac:spMkLst>
        </pc:spChg>
        <pc:spChg chg="add mod">
          <ac:chgData name="Josh Francis" userId="76fc409c-8c77-44f8-adbd-af6b0f6b68c4" providerId="ADAL" clId="{2B9E7B46-6FB5-48ED-ADD8-B3337BFE5B9F}" dt="2026-03-20T10:09:48.365" v="160"/>
          <ac:spMkLst>
            <pc:docMk/>
            <pc:sldMk cId="3417321068" sldId="263"/>
            <ac:spMk id="23" creationId="{E5F4D58F-D5E2-4471-4334-DF3798864503}"/>
          </ac:spMkLst>
        </pc:spChg>
        <pc:spChg chg="del">
          <ac:chgData name="Josh Francis" userId="76fc409c-8c77-44f8-adbd-af6b0f6b68c4" providerId="ADAL" clId="{2B9E7B46-6FB5-48ED-ADD8-B3337BFE5B9F}" dt="2026-03-20T10:09:47.036" v="159" actId="478"/>
          <ac:spMkLst>
            <pc:docMk/>
            <pc:sldMk cId="3417321068" sldId="263"/>
            <ac:spMk id="24" creationId="{C6D96997-6358-4A65-6C70-6DEB9A6E28DD}"/>
          </ac:spMkLst>
        </pc:spChg>
        <pc:spChg chg="del">
          <ac:chgData name="Josh Francis" userId="76fc409c-8c77-44f8-adbd-af6b0f6b68c4" providerId="ADAL" clId="{2B9E7B46-6FB5-48ED-ADD8-B3337BFE5B9F}" dt="2026-03-20T10:09:47.036" v="159" actId="478"/>
          <ac:spMkLst>
            <pc:docMk/>
            <pc:sldMk cId="3417321068" sldId="263"/>
            <ac:spMk id="25" creationId="{342E3372-99DF-CB63-8177-0FA1374ACBBA}"/>
          </ac:spMkLst>
        </pc:spChg>
        <pc:spChg chg="add mod">
          <ac:chgData name="Josh Francis" userId="76fc409c-8c77-44f8-adbd-af6b0f6b68c4" providerId="ADAL" clId="{2B9E7B46-6FB5-48ED-ADD8-B3337BFE5B9F}" dt="2026-03-20T10:09:48.365" v="160"/>
          <ac:spMkLst>
            <pc:docMk/>
            <pc:sldMk cId="3417321068" sldId="263"/>
            <ac:spMk id="26" creationId="{E903F39A-DA97-3FD9-F1C0-88AFC0653EB4}"/>
          </ac:spMkLst>
        </pc:spChg>
        <pc:spChg chg="del">
          <ac:chgData name="Josh Francis" userId="76fc409c-8c77-44f8-adbd-af6b0f6b68c4" providerId="ADAL" clId="{2B9E7B46-6FB5-48ED-ADD8-B3337BFE5B9F}" dt="2026-03-20T10:09:47.036" v="159" actId="478"/>
          <ac:spMkLst>
            <pc:docMk/>
            <pc:sldMk cId="3417321068" sldId="263"/>
            <ac:spMk id="27" creationId="{115442EA-372B-DB5B-C0F1-60959A3AD9BC}"/>
          </ac:spMkLst>
        </pc:spChg>
        <pc:spChg chg="add mod">
          <ac:chgData name="Josh Francis" userId="76fc409c-8c77-44f8-adbd-af6b0f6b68c4" providerId="ADAL" clId="{2B9E7B46-6FB5-48ED-ADD8-B3337BFE5B9F}" dt="2026-03-20T10:09:48.365" v="160"/>
          <ac:spMkLst>
            <pc:docMk/>
            <pc:sldMk cId="3417321068" sldId="263"/>
            <ac:spMk id="30" creationId="{D5E9B7BE-37A0-13E5-D199-05E28EC53DF5}"/>
          </ac:spMkLst>
        </pc:spChg>
        <pc:spChg chg="add mod">
          <ac:chgData name="Josh Francis" userId="76fc409c-8c77-44f8-adbd-af6b0f6b68c4" providerId="ADAL" clId="{2B9E7B46-6FB5-48ED-ADD8-B3337BFE5B9F}" dt="2026-03-20T10:09:48.365" v="160"/>
          <ac:spMkLst>
            <pc:docMk/>
            <pc:sldMk cId="3417321068" sldId="263"/>
            <ac:spMk id="32" creationId="{614CE654-B8B7-69FC-E1FB-B4BA7E0A7AA9}"/>
          </ac:spMkLst>
        </pc:spChg>
        <pc:spChg chg="add mod">
          <ac:chgData name="Josh Francis" userId="76fc409c-8c77-44f8-adbd-af6b0f6b68c4" providerId="ADAL" clId="{2B9E7B46-6FB5-48ED-ADD8-B3337BFE5B9F}" dt="2026-03-20T10:09:48.365" v="160"/>
          <ac:spMkLst>
            <pc:docMk/>
            <pc:sldMk cId="3417321068" sldId="263"/>
            <ac:spMk id="33" creationId="{F56ABE1F-C783-61E1-1D0A-DF28C9EF56E6}"/>
          </ac:spMkLst>
        </pc:spChg>
        <pc:spChg chg="del">
          <ac:chgData name="Josh Francis" userId="76fc409c-8c77-44f8-adbd-af6b0f6b68c4" providerId="ADAL" clId="{2B9E7B46-6FB5-48ED-ADD8-B3337BFE5B9F}" dt="2026-03-20T10:09:47.036" v="159" actId="478"/>
          <ac:spMkLst>
            <pc:docMk/>
            <pc:sldMk cId="3417321068" sldId="263"/>
            <ac:spMk id="37" creationId="{2BD4477B-C5B1-4DF4-C851-96C0BE45ADF9}"/>
          </ac:spMkLst>
        </pc:spChg>
        <pc:spChg chg="del">
          <ac:chgData name="Josh Francis" userId="76fc409c-8c77-44f8-adbd-af6b0f6b68c4" providerId="ADAL" clId="{2B9E7B46-6FB5-48ED-ADD8-B3337BFE5B9F}" dt="2026-03-20T10:09:47.036" v="159" actId="478"/>
          <ac:spMkLst>
            <pc:docMk/>
            <pc:sldMk cId="3417321068" sldId="263"/>
            <ac:spMk id="39" creationId="{9AEBE827-74AD-DAE5-C96C-C093B019160F}"/>
          </ac:spMkLst>
        </pc:spChg>
        <pc:spChg chg="add mod">
          <ac:chgData name="Josh Francis" userId="76fc409c-8c77-44f8-adbd-af6b0f6b68c4" providerId="ADAL" clId="{2B9E7B46-6FB5-48ED-ADD8-B3337BFE5B9F}" dt="2026-03-20T10:09:48.365" v="160"/>
          <ac:spMkLst>
            <pc:docMk/>
            <pc:sldMk cId="3417321068" sldId="263"/>
            <ac:spMk id="41" creationId="{436B1CB7-E26C-052F-5095-917E4A876718}"/>
          </ac:spMkLst>
        </pc:spChg>
        <pc:spChg chg="add mod">
          <ac:chgData name="Josh Francis" userId="76fc409c-8c77-44f8-adbd-af6b0f6b68c4" providerId="ADAL" clId="{2B9E7B46-6FB5-48ED-ADD8-B3337BFE5B9F}" dt="2026-03-20T10:54:27.188" v="181" actId="1076"/>
          <ac:spMkLst>
            <pc:docMk/>
            <pc:sldMk cId="3417321068" sldId="263"/>
            <ac:spMk id="42" creationId="{3722BC5F-812F-3F44-E4FC-1894ADB7FC82}"/>
          </ac:spMkLst>
        </pc:spChg>
        <pc:spChg chg="add mod">
          <ac:chgData name="Josh Francis" userId="76fc409c-8c77-44f8-adbd-af6b0f6b68c4" providerId="ADAL" clId="{2B9E7B46-6FB5-48ED-ADD8-B3337BFE5B9F}" dt="2026-03-20T11:03:23.961" v="262" actId="1076"/>
          <ac:spMkLst>
            <pc:docMk/>
            <pc:sldMk cId="3417321068" sldId="263"/>
            <ac:spMk id="46" creationId="{1265CD21-C1D6-F2A0-E296-8DB6798735D0}"/>
          </ac:spMkLst>
        </pc:spChg>
        <pc:spChg chg="add mod">
          <ac:chgData name="Josh Francis" userId="76fc409c-8c77-44f8-adbd-af6b0f6b68c4" providerId="ADAL" clId="{2B9E7B46-6FB5-48ED-ADD8-B3337BFE5B9F}" dt="2026-03-20T11:03:07.112" v="258" actId="5793"/>
          <ac:spMkLst>
            <pc:docMk/>
            <pc:sldMk cId="3417321068" sldId="263"/>
            <ac:spMk id="52" creationId="{8DA058B3-AAAE-DAD5-E05A-C34949315D8E}"/>
          </ac:spMkLst>
        </pc:spChg>
        <pc:spChg chg="del">
          <ac:chgData name="Josh Francis" userId="76fc409c-8c77-44f8-adbd-af6b0f6b68c4" providerId="ADAL" clId="{2B9E7B46-6FB5-48ED-ADD8-B3337BFE5B9F}" dt="2026-03-20T10:09:47.036" v="159" actId="478"/>
          <ac:spMkLst>
            <pc:docMk/>
            <pc:sldMk cId="3417321068" sldId="263"/>
            <ac:spMk id="62" creationId="{DEA62546-0AF1-D915-5D10-EE45E46DBCF1}"/>
          </ac:spMkLst>
        </pc:spChg>
        <pc:spChg chg="add mod">
          <ac:chgData name="Josh Francis" userId="76fc409c-8c77-44f8-adbd-af6b0f6b68c4" providerId="ADAL" clId="{2B9E7B46-6FB5-48ED-ADD8-B3337BFE5B9F}" dt="2026-03-20T11:03:19.709" v="260" actId="1076"/>
          <ac:spMkLst>
            <pc:docMk/>
            <pc:sldMk cId="3417321068" sldId="263"/>
            <ac:spMk id="63" creationId="{EDF9C24A-6F01-BF01-5A0D-7A7C3BC4427E}"/>
          </ac:spMkLst>
        </pc:spChg>
        <pc:spChg chg="add del mod">
          <ac:chgData name="Josh Francis" userId="76fc409c-8c77-44f8-adbd-af6b0f6b68c4" providerId="ADAL" clId="{2B9E7B46-6FB5-48ED-ADD8-B3337BFE5B9F}" dt="2026-03-20T11:03:56.409" v="276" actId="478"/>
          <ac:spMkLst>
            <pc:docMk/>
            <pc:sldMk cId="3417321068" sldId="263"/>
            <ac:spMk id="69" creationId="{837E5DF8-2E92-2D51-34E0-CDC3899E6C9D}"/>
          </ac:spMkLst>
        </pc:spChg>
        <pc:spChg chg="add del mod">
          <ac:chgData name="Josh Francis" userId="76fc409c-8c77-44f8-adbd-af6b0f6b68c4" providerId="ADAL" clId="{2B9E7B46-6FB5-48ED-ADD8-B3337BFE5B9F}" dt="2026-03-20T11:04:16.323" v="297" actId="20577"/>
          <ac:spMkLst>
            <pc:docMk/>
            <pc:sldMk cId="3417321068" sldId="263"/>
            <ac:spMk id="71" creationId="{3E8B8A54-FAB2-CF0F-14B2-BD12459DA515}"/>
          </ac:spMkLst>
        </pc:spChg>
        <pc:cxnChg chg="add mod">
          <ac:chgData name="Josh Francis" userId="76fc409c-8c77-44f8-adbd-af6b0f6b68c4" providerId="ADAL" clId="{2B9E7B46-6FB5-48ED-ADD8-B3337BFE5B9F}" dt="2026-03-20T10:54:13.698" v="161"/>
          <ac:cxnSpMkLst>
            <pc:docMk/>
            <pc:sldMk cId="3417321068" sldId="263"/>
            <ac:cxnSpMk id="43" creationId="{E0B00123-25CD-EC25-03B3-F3B853421699}"/>
          </ac:cxnSpMkLst>
        </pc:cxnChg>
        <pc:cxnChg chg="add mod">
          <ac:chgData name="Josh Francis" userId="76fc409c-8c77-44f8-adbd-af6b0f6b68c4" providerId="ADAL" clId="{2B9E7B46-6FB5-48ED-ADD8-B3337BFE5B9F}" dt="2026-03-20T11:03:27.920" v="264" actId="14100"/>
          <ac:cxnSpMkLst>
            <pc:docMk/>
            <pc:sldMk cId="3417321068" sldId="263"/>
            <ac:cxnSpMk id="47" creationId="{710DC353-1BE4-5124-2984-4E7B6BEF78D2}"/>
          </ac:cxnSpMkLst>
        </pc:cxnChg>
        <pc:cxnChg chg="add mod">
          <ac:chgData name="Josh Francis" userId="76fc409c-8c77-44f8-adbd-af6b0f6b68c4" providerId="ADAL" clId="{2B9E7B46-6FB5-48ED-ADD8-B3337BFE5B9F}" dt="2026-03-20T11:03:06.849" v="255" actId="20577"/>
          <ac:cxnSpMkLst>
            <pc:docMk/>
            <pc:sldMk cId="3417321068" sldId="263"/>
            <ac:cxnSpMk id="54" creationId="{38E1AF24-7A55-254C-6F17-4CBF3A05AD7E}"/>
          </ac:cxnSpMkLst>
        </pc:cxnChg>
        <pc:cxnChg chg="add mod">
          <ac:chgData name="Josh Francis" userId="76fc409c-8c77-44f8-adbd-af6b0f6b68c4" providerId="ADAL" clId="{2B9E7B46-6FB5-48ED-ADD8-B3337BFE5B9F}" dt="2026-03-20T11:03:30.258" v="265" actId="14100"/>
          <ac:cxnSpMkLst>
            <pc:docMk/>
            <pc:sldMk cId="3417321068" sldId="263"/>
            <ac:cxnSpMk id="64" creationId="{B854A1EE-9F72-D84A-D669-0E8BECECCEC0}"/>
          </ac:cxnSpMkLst>
        </pc:cxnChg>
        <pc:cxnChg chg="add mod">
          <ac:chgData name="Josh Francis" userId="76fc409c-8c77-44f8-adbd-af6b0f6b68c4" providerId="ADAL" clId="{2B9E7B46-6FB5-48ED-ADD8-B3337BFE5B9F}" dt="2026-03-20T11:03:35.743" v="268" actId="1076"/>
          <ac:cxnSpMkLst>
            <pc:docMk/>
            <pc:sldMk cId="3417321068" sldId="263"/>
            <ac:cxnSpMk id="67" creationId="{90E08210-F121-7EF3-602C-E863872A202B}"/>
          </ac:cxnSpMkLst>
        </pc:cxnChg>
        <pc:cxnChg chg="add del mod">
          <ac:chgData name="Josh Francis" userId="76fc409c-8c77-44f8-adbd-af6b0f6b68c4" providerId="ADAL" clId="{2B9E7B46-6FB5-48ED-ADD8-B3337BFE5B9F}" dt="2026-03-20T11:03:58.265" v="277" actId="478"/>
          <ac:cxnSpMkLst>
            <pc:docMk/>
            <pc:sldMk cId="3417321068" sldId="263"/>
            <ac:cxnSpMk id="70" creationId="{3A11675D-46DF-E230-CB52-4FF8EFA1D870}"/>
          </ac:cxnSpMkLst>
        </pc:cxnChg>
        <pc:cxnChg chg="add del mod">
          <ac:chgData name="Josh Francis" userId="76fc409c-8c77-44f8-adbd-af6b0f6b68c4" providerId="ADAL" clId="{2B9E7B46-6FB5-48ED-ADD8-B3337BFE5B9F}" dt="2026-03-20T11:04:07.677" v="281" actId="1076"/>
          <ac:cxnSpMkLst>
            <pc:docMk/>
            <pc:sldMk cId="3417321068" sldId="263"/>
            <ac:cxnSpMk id="72" creationId="{06D8C915-33AF-F547-7A9B-D3DEA114B370}"/>
          </ac:cxnSpMkLst>
        </pc:cxnChg>
      </pc:sldChg>
      <pc:sldChg chg="addSp delSp modSp new mod">
        <pc:chgData name="Josh Francis" userId="76fc409c-8c77-44f8-adbd-af6b0f6b68c4" providerId="ADAL" clId="{2B9E7B46-6FB5-48ED-ADD8-B3337BFE5B9F}" dt="2026-03-21T12:16:28.011" v="718" actId="313"/>
        <pc:sldMkLst>
          <pc:docMk/>
          <pc:sldMk cId="3076210773" sldId="264"/>
        </pc:sldMkLst>
        <pc:spChg chg="del">
          <ac:chgData name="Josh Francis" userId="76fc409c-8c77-44f8-adbd-af6b0f6b68c4" providerId="ADAL" clId="{2B9E7B46-6FB5-48ED-ADD8-B3337BFE5B9F}" dt="2026-03-20T11:27:19.283" v="322" actId="478"/>
          <ac:spMkLst>
            <pc:docMk/>
            <pc:sldMk cId="3076210773" sldId="264"/>
            <ac:spMk id="2" creationId="{1B64F733-A48A-6FC8-747C-EF720F0CF258}"/>
          </ac:spMkLst>
        </pc:spChg>
        <pc:spChg chg="del">
          <ac:chgData name="Josh Francis" userId="76fc409c-8c77-44f8-adbd-af6b0f6b68c4" providerId="ADAL" clId="{2B9E7B46-6FB5-48ED-ADD8-B3337BFE5B9F}" dt="2026-03-20T11:27:18.331" v="321" actId="478"/>
          <ac:spMkLst>
            <pc:docMk/>
            <pc:sldMk cId="3076210773" sldId="264"/>
            <ac:spMk id="3" creationId="{2B538A0F-D1B4-8CE5-759E-D98CB46262A2}"/>
          </ac:spMkLst>
        </pc:spChg>
        <pc:spChg chg="add mod">
          <ac:chgData name="Josh Francis" userId="76fc409c-8c77-44f8-adbd-af6b0f6b68c4" providerId="ADAL" clId="{2B9E7B46-6FB5-48ED-ADD8-B3337BFE5B9F}" dt="2026-03-21T12:16:28.011" v="718" actId="313"/>
          <ac:spMkLst>
            <pc:docMk/>
            <pc:sldMk cId="3076210773" sldId="264"/>
            <ac:spMk id="4" creationId="{D8ACC632-E66A-BB2F-1390-98EDFAD5C2A7}"/>
          </ac:spMkLst>
        </pc:spChg>
        <pc:spChg chg="add del mod">
          <ac:chgData name="Josh Francis" userId="76fc409c-8c77-44f8-adbd-af6b0f6b68c4" providerId="ADAL" clId="{2B9E7B46-6FB5-48ED-ADD8-B3337BFE5B9F}" dt="2026-03-21T12:13:05.811" v="449" actId="478"/>
          <ac:spMkLst>
            <pc:docMk/>
            <pc:sldMk cId="3076210773" sldId="264"/>
            <ac:spMk id="6" creationId="{6C58923B-A468-DEBE-3C7F-9D4A606CF65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09267" y="1995312"/>
            <a:ext cx="16255604" cy="4244622"/>
          </a:xfrm>
        </p:spPr>
        <p:txBody>
          <a:bodyPr anchor="b"/>
          <a:lstStyle>
            <a:lvl1pPr algn="ctr">
              <a:defRPr sz="10666"/>
            </a:lvl1pPr>
          </a:lstStyle>
          <a:p>
            <a:r>
              <a:rPr lang="en-GB"/>
              <a:t>Click to edit Master title style</a:t>
            </a:r>
            <a:endParaRPr lang="en-US" dirty="0"/>
          </a:p>
        </p:txBody>
      </p:sp>
      <p:sp>
        <p:nvSpPr>
          <p:cNvPr id="3" name="Subtitle 2"/>
          <p:cNvSpPr>
            <a:spLocks noGrp="1"/>
          </p:cNvSpPr>
          <p:nvPr>
            <p:ph type="subTitle" idx="1"/>
          </p:nvPr>
        </p:nvSpPr>
        <p:spPr>
          <a:xfrm>
            <a:off x="2709267" y="6403623"/>
            <a:ext cx="16255604" cy="2943577"/>
          </a:xfrm>
        </p:spPr>
        <p:txBody>
          <a:bodyPr/>
          <a:lstStyle>
            <a:lvl1pPr marL="0" indent="0" algn="ctr">
              <a:buNone/>
              <a:defRPr sz="4266"/>
            </a:lvl1pPr>
            <a:lvl2pPr marL="812764" indent="0" algn="ctr">
              <a:buNone/>
              <a:defRPr sz="3555"/>
            </a:lvl2pPr>
            <a:lvl3pPr marL="1625529" indent="0" algn="ctr">
              <a:buNone/>
              <a:defRPr sz="3200"/>
            </a:lvl3pPr>
            <a:lvl4pPr marL="2438293" indent="0" algn="ctr">
              <a:buNone/>
              <a:defRPr sz="2844"/>
            </a:lvl4pPr>
            <a:lvl5pPr marL="3251058" indent="0" algn="ctr">
              <a:buNone/>
              <a:defRPr sz="2844"/>
            </a:lvl5pPr>
            <a:lvl6pPr marL="4063822" indent="0" algn="ctr">
              <a:buNone/>
              <a:defRPr sz="2844"/>
            </a:lvl6pPr>
            <a:lvl7pPr marL="4876587" indent="0" algn="ctr">
              <a:buNone/>
              <a:defRPr sz="2844"/>
            </a:lvl7pPr>
            <a:lvl8pPr marL="5689351" indent="0" algn="ctr">
              <a:buNone/>
              <a:defRPr sz="2844"/>
            </a:lvl8pPr>
            <a:lvl9pPr marL="6502116" indent="0" algn="ctr">
              <a:buNone/>
              <a:defRPr sz="2844"/>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BE9AB8E-2C34-497C-9F7E-1F158205709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137896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BE9AB8E-2C34-497C-9F7E-1F158205709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293278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8808" y="3039535"/>
            <a:ext cx="18693944" cy="5071532"/>
          </a:xfrm>
        </p:spPr>
        <p:txBody>
          <a:bodyPr anchor="b"/>
          <a:lstStyle>
            <a:lvl1pPr>
              <a:defRPr sz="10666"/>
            </a:lvl1pPr>
          </a:lstStyle>
          <a:p>
            <a:r>
              <a:rPr lang="en-GB"/>
              <a:t>Click to edit Master title style</a:t>
            </a:r>
            <a:endParaRPr lang="en-US" dirty="0"/>
          </a:p>
        </p:txBody>
      </p:sp>
      <p:sp>
        <p:nvSpPr>
          <p:cNvPr id="3" name="Text Placeholder 2"/>
          <p:cNvSpPr>
            <a:spLocks noGrp="1"/>
          </p:cNvSpPr>
          <p:nvPr>
            <p:ph type="body" idx="1"/>
          </p:nvPr>
        </p:nvSpPr>
        <p:spPr>
          <a:xfrm>
            <a:off x="1478808" y="8159046"/>
            <a:ext cx="18693944" cy="2666999"/>
          </a:xfrm>
        </p:spPr>
        <p:txBody>
          <a:bodyPr/>
          <a:lstStyle>
            <a:lvl1pPr marL="0" indent="0">
              <a:buNone/>
              <a:defRPr sz="4266">
                <a:solidFill>
                  <a:schemeClr val="tx1">
                    <a:tint val="82000"/>
                  </a:schemeClr>
                </a:solidFill>
              </a:defRPr>
            </a:lvl1pPr>
            <a:lvl2pPr marL="812764" indent="0">
              <a:buNone/>
              <a:defRPr sz="3555">
                <a:solidFill>
                  <a:schemeClr val="tx1">
                    <a:tint val="82000"/>
                  </a:schemeClr>
                </a:solidFill>
              </a:defRPr>
            </a:lvl2pPr>
            <a:lvl3pPr marL="1625529" indent="0">
              <a:buNone/>
              <a:defRPr sz="3200">
                <a:solidFill>
                  <a:schemeClr val="tx1">
                    <a:tint val="82000"/>
                  </a:schemeClr>
                </a:solidFill>
              </a:defRPr>
            </a:lvl3pPr>
            <a:lvl4pPr marL="2438293" indent="0">
              <a:buNone/>
              <a:defRPr sz="2844">
                <a:solidFill>
                  <a:schemeClr val="tx1">
                    <a:tint val="82000"/>
                  </a:schemeClr>
                </a:solidFill>
              </a:defRPr>
            </a:lvl4pPr>
            <a:lvl5pPr marL="3251058" indent="0">
              <a:buNone/>
              <a:defRPr sz="2844">
                <a:solidFill>
                  <a:schemeClr val="tx1">
                    <a:tint val="82000"/>
                  </a:schemeClr>
                </a:solidFill>
              </a:defRPr>
            </a:lvl5pPr>
            <a:lvl6pPr marL="4063822" indent="0">
              <a:buNone/>
              <a:defRPr sz="2844">
                <a:solidFill>
                  <a:schemeClr val="tx1">
                    <a:tint val="82000"/>
                  </a:schemeClr>
                </a:solidFill>
              </a:defRPr>
            </a:lvl6pPr>
            <a:lvl7pPr marL="4876587" indent="0">
              <a:buNone/>
              <a:defRPr sz="2844">
                <a:solidFill>
                  <a:schemeClr val="tx1">
                    <a:tint val="82000"/>
                  </a:schemeClr>
                </a:solidFill>
              </a:defRPr>
            </a:lvl7pPr>
            <a:lvl8pPr marL="5689351" indent="0">
              <a:buNone/>
              <a:defRPr sz="2844">
                <a:solidFill>
                  <a:schemeClr val="tx1">
                    <a:tint val="82000"/>
                  </a:schemeClr>
                </a:solidFill>
              </a:defRPr>
            </a:lvl8pPr>
            <a:lvl9pPr marL="6502116" indent="0">
              <a:buNone/>
              <a:defRPr sz="2844">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BE9AB8E-2C34-497C-9F7E-1F158205709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1247516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490097" y="3245556"/>
            <a:ext cx="9211509" cy="77357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0972532" y="3245556"/>
            <a:ext cx="9211509" cy="77357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BE9AB8E-2C34-497C-9F7E-1F158205709D}" type="datetimeFigureOut">
              <a:rPr lang="en-GB" smtClean="0"/>
              <a:t>20/03/2026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700504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92920" y="649112"/>
            <a:ext cx="18693944" cy="2356556"/>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92921" y="2988734"/>
            <a:ext cx="9169175" cy="1464732"/>
          </a:xfrm>
        </p:spPr>
        <p:txBody>
          <a:bodyPr anchor="b"/>
          <a:lstStyle>
            <a:lvl1pPr marL="0" indent="0">
              <a:buNone/>
              <a:defRPr sz="4266" b="1"/>
            </a:lvl1pPr>
            <a:lvl2pPr marL="812764" indent="0">
              <a:buNone/>
              <a:defRPr sz="3555" b="1"/>
            </a:lvl2pPr>
            <a:lvl3pPr marL="1625529" indent="0">
              <a:buNone/>
              <a:defRPr sz="3200" b="1"/>
            </a:lvl3pPr>
            <a:lvl4pPr marL="2438293" indent="0">
              <a:buNone/>
              <a:defRPr sz="2844" b="1"/>
            </a:lvl4pPr>
            <a:lvl5pPr marL="3251058" indent="0">
              <a:buNone/>
              <a:defRPr sz="2844" b="1"/>
            </a:lvl5pPr>
            <a:lvl6pPr marL="4063822" indent="0">
              <a:buNone/>
              <a:defRPr sz="2844" b="1"/>
            </a:lvl6pPr>
            <a:lvl7pPr marL="4876587" indent="0">
              <a:buNone/>
              <a:defRPr sz="2844" b="1"/>
            </a:lvl7pPr>
            <a:lvl8pPr marL="5689351" indent="0">
              <a:buNone/>
              <a:defRPr sz="2844" b="1"/>
            </a:lvl8pPr>
            <a:lvl9pPr marL="6502116" indent="0">
              <a:buNone/>
              <a:defRPr sz="2844" b="1"/>
            </a:lvl9pPr>
          </a:lstStyle>
          <a:p>
            <a:pPr lvl="0"/>
            <a:r>
              <a:rPr lang="en-GB"/>
              <a:t>Click to edit Master text styles</a:t>
            </a:r>
          </a:p>
        </p:txBody>
      </p:sp>
      <p:sp>
        <p:nvSpPr>
          <p:cNvPr id="4" name="Content Placeholder 3"/>
          <p:cNvSpPr>
            <a:spLocks noGrp="1"/>
          </p:cNvSpPr>
          <p:nvPr>
            <p:ph sz="half" idx="2"/>
          </p:nvPr>
        </p:nvSpPr>
        <p:spPr>
          <a:xfrm>
            <a:off x="1492921" y="4453467"/>
            <a:ext cx="9169175" cy="65503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0972532" y="2988734"/>
            <a:ext cx="9214332" cy="1464732"/>
          </a:xfrm>
        </p:spPr>
        <p:txBody>
          <a:bodyPr anchor="b"/>
          <a:lstStyle>
            <a:lvl1pPr marL="0" indent="0">
              <a:buNone/>
              <a:defRPr sz="4266" b="1"/>
            </a:lvl1pPr>
            <a:lvl2pPr marL="812764" indent="0">
              <a:buNone/>
              <a:defRPr sz="3555" b="1"/>
            </a:lvl2pPr>
            <a:lvl3pPr marL="1625529" indent="0">
              <a:buNone/>
              <a:defRPr sz="3200" b="1"/>
            </a:lvl3pPr>
            <a:lvl4pPr marL="2438293" indent="0">
              <a:buNone/>
              <a:defRPr sz="2844" b="1"/>
            </a:lvl4pPr>
            <a:lvl5pPr marL="3251058" indent="0">
              <a:buNone/>
              <a:defRPr sz="2844" b="1"/>
            </a:lvl5pPr>
            <a:lvl6pPr marL="4063822" indent="0">
              <a:buNone/>
              <a:defRPr sz="2844" b="1"/>
            </a:lvl6pPr>
            <a:lvl7pPr marL="4876587" indent="0">
              <a:buNone/>
              <a:defRPr sz="2844" b="1"/>
            </a:lvl7pPr>
            <a:lvl8pPr marL="5689351" indent="0">
              <a:buNone/>
              <a:defRPr sz="2844" b="1"/>
            </a:lvl8pPr>
            <a:lvl9pPr marL="6502116" indent="0">
              <a:buNone/>
              <a:defRPr sz="2844" b="1"/>
            </a:lvl9pPr>
          </a:lstStyle>
          <a:p>
            <a:pPr lvl="0"/>
            <a:r>
              <a:rPr lang="en-GB"/>
              <a:t>Click to edit Master text styles</a:t>
            </a:r>
          </a:p>
        </p:txBody>
      </p:sp>
      <p:sp>
        <p:nvSpPr>
          <p:cNvPr id="6" name="Content Placeholder 5"/>
          <p:cNvSpPr>
            <a:spLocks noGrp="1"/>
          </p:cNvSpPr>
          <p:nvPr>
            <p:ph sz="quarter" idx="4"/>
          </p:nvPr>
        </p:nvSpPr>
        <p:spPr>
          <a:xfrm>
            <a:off x="10972532" y="4453467"/>
            <a:ext cx="9214332" cy="65503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BE9AB8E-2C34-497C-9F7E-1F158205709D}" type="datetimeFigureOut">
              <a:rPr lang="en-GB" smtClean="0"/>
              <a:t>20/03/2026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559332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BE9AB8E-2C34-497C-9F7E-1F158205709D}" type="datetimeFigureOut">
              <a:rPr lang="en-GB" smtClean="0"/>
              <a:t>20/03/2026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3731084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E9AB8E-2C34-497C-9F7E-1F158205709D}" type="datetimeFigureOut">
              <a:rPr lang="en-GB" smtClean="0"/>
              <a:t>20/03/2026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2886802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2921" y="812800"/>
            <a:ext cx="6990473" cy="2844800"/>
          </a:xfrm>
        </p:spPr>
        <p:txBody>
          <a:bodyPr anchor="b"/>
          <a:lstStyle>
            <a:lvl1pPr>
              <a:defRPr sz="5689"/>
            </a:lvl1pPr>
          </a:lstStyle>
          <a:p>
            <a:r>
              <a:rPr lang="en-GB"/>
              <a:t>Click to edit Master title style</a:t>
            </a:r>
            <a:endParaRPr lang="en-US" dirty="0"/>
          </a:p>
        </p:txBody>
      </p:sp>
      <p:sp>
        <p:nvSpPr>
          <p:cNvPr id="3" name="Content Placeholder 2"/>
          <p:cNvSpPr>
            <a:spLocks noGrp="1"/>
          </p:cNvSpPr>
          <p:nvPr>
            <p:ph idx="1"/>
          </p:nvPr>
        </p:nvSpPr>
        <p:spPr>
          <a:xfrm>
            <a:off x="9214332" y="1755423"/>
            <a:ext cx="10972532" cy="8664222"/>
          </a:xfrm>
        </p:spPr>
        <p:txBody>
          <a:bodyPr/>
          <a:lstStyle>
            <a:lvl1pPr>
              <a:defRPr sz="5689"/>
            </a:lvl1pPr>
            <a:lvl2pPr>
              <a:defRPr sz="4978"/>
            </a:lvl2pPr>
            <a:lvl3pPr>
              <a:defRPr sz="4266"/>
            </a:lvl3pPr>
            <a:lvl4pPr>
              <a:defRPr sz="3555"/>
            </a:lvl4pPr>
            <a:lvl5pPr>
              <a:defRPr sz="3555"/>
            </a:lvl5pPr>
            <a:lvl6pPr>
              <a:defRPr sz="3555"/>
            </a:lvl6pPr>
            <a:lvl7pPr>
              <a:defRPr sz="3555"/>
            </a:lvl7pPr>
            <a:lvl8pPr>
              <a:defRPr sz="3555"/>
            </a:lvl8pPr>
            <a:lvl9pPr>
              <a:defRPr sz="355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92921" y="3657600"/>
            <a:ext cx="6990473" cy="6776156"/>
          </a:xfrm>
        </p:spPr>
        <p:txBody>
          <a:bodyPr/>
          <a:lstStyle>
            <a:lvl1pPr marL="0" indent="0">
              <a:buNone/>
              <a:defRPr sz="2844"/>
            </a:lvl1pPr>
            <a:lvl2pPr marL="812764" indent="0">
              <a:buNone/>
              <a:defRPr sz="2489"/>
            </a:lvl2pPr>
            <a:lvl3pPr marL="1625529" indent="0">
              <a:buNone/>
              <a:defRPr sz="2133"/>
            </a:lvl3pPr>
            <a:lvl4pPr marL="2438293" indent="0">
              <a:buNone/>
              <a:defRPr sz="1778"/>
            </a:lvl4pPr>
            <a:lvl5pPr marL="3251058" indent="0">
              <a:buNone/>
              <a:defRPr sz="1778"/>
            </a:lvl5pPr>
            <a:lvl6pPr marL="4063822" indent="0">
              <a:buNone/>
              <a:defRPr sz="1778"/>
            </a:lvl6pPr>
            <a:lvl7pPr marL="4876587" indent="0">
              <a:buNone/>
              <a:defRPr sz="1778"/>
            </a:lvl7pPr>
            <a:lvl8pPr marL="5689351" indent="0">
              <a:buNone/>
              <a:defRPr sz="1778"/>
            </a:lvl8pPr>
            <a:lvl9pPr marL="6502116" indent="0">
              <a:buNone/>
              <a:defRPr sz="1778"/>
            </a:lvl9pPr>
          </a:lstStyle>
          <a:p>
            <a:pPr lvl="0"/>
            <a:r>
              <a:rPr lang="en-GB"/>
              <a:t>Click to edit Master text styles</a:t>
            </a:r>
          </a:p>
        </p:txBody>
      </p:sp>
      <p:sp>
        <p:nvSpPr>
          <p:cNvPr id="5" name="Date Placeholder 4"/>
          <p:cNvSpPr>
            <a:spLocks noGrp="1"/>
          </p:cNvSpPr>
          <p:nvPr>
            <p:ph type="dt" sz="half" idx="10"/>
          </p:nvPr>
        </p:nvSpPr>
        <p:spPr/>
        <p:txBody>
          <a:bodyPr/>
          <a:lstStyle/>
          <a:p>
            <a:fld id="{1BE9AB8E-2C34-497C-9F7E-1F158205709D}" type="datetimeFigureOut">
              <a:rPr lang="en-GB" smtClean="0"/>
              <a:t>20/03/2026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1798594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2921" y="812800"/>
            <a:ext cx="6990473" cy="2844800"/>
          </a:xfrm>
        </p:spPr>
        <p:txBody>
          <a:bodyPr anchor="b"/>
          <a:lstStyle>
            <a:lvl1pPr>
              <a:defRPr sz="5689"/>
            </a:lvl1pPr>
          </a:lstStyle>
          <a:p>
            <a:r>
              <a:rPr lang="en-GB"/>
              <a:t>Click to edit Master title style</a:t>
            </a:r>
            <a:endParaRPr lang="en-US" dirty="0"/>
          </a:p>
        </p:txBody>
      </p:sp>
      <p:sp>
        <p:nvSpPr>
          <p:cNvPr id="3" name="Picture Placeholder 2"/>
          <p:cNvSpPr>
            <a:spLocks noGrp="1" noChangeAspect="1"/>
          </p:cNvSpPr>
          <p:nvPr>
            <p:ph type="pic" idx="1"/>
          </p:nvPr>
        </p:nvSpPr>
        <p:spPr>
          <a:xfrm>
            <a:off x="9214332" y="1755423"/>
            <a:ext cx="10972532" cy="8664222"/>
          </a:xfrm>
        </p:spPr>
        <p:txBody>
          <a:bodyPr anchor="t"/>
          <a:lstStyle>
            <a:lvl1pPr marL="0" indent="0">
              <a:buNone/>
              <a:defRPr sz="5689"/>
            </a:lvl1pPr>
            <a:lvl2pPr marL="812764" indent="0">
              <a:buNone/>
              <a:defRPr sz="4978"/>
            </a:lvl2pPr>
            <a:lvl3pPr marL="1625529" indent="0">
              <a:buNone/>
              <a:defRPr sz="4266"/>
            </a:lvl3pPr>
            <a:lvl4pPr marL="2438293" indent="0">
              <a:buNone/>
              <a:defRPr sz="3555"/>
            </a:lvl4pPr>
            <a:lvl5pPr marL="3251058" indent="0">
              <a:buNone/>
              <a:defRPr sz="3555"/>
            </a:lvl5pPr>
            <a:lvl6pPr marL="4063822" indent="0">
              <a:buNone/>
              <a:defRPr sz="3555"/>
            </a:lvl6pPr>
            <a:lvl7pPr marL="4876587" indent="0">
              <a:buNone/>
              <a:defRPr sz="3555"/>
            </a:lvl7pPr>
            <a:lvl8pPr marL="5689351" indent="0">
              <a:buNone/>
              <a:defRPr sz="3555"/>
            </a:lvl8pPr>
            <a:lvl9pPr marL="6502116" indent="0">
              <a:buNone/>
              <a:defRPr sz="3555"/>
            </a:lvl9pPr>
          </a:lstStyle>
          <a:p>
            <a:r>
              <a:rPr lang="en-GB"/>
              <a:t>Click icon to add picture</a:t>
            </a:r>
            <a:endParaRPr lang="en-US" dirty="0"/>
          </a:p>
        </p:txBody>
      </p:sp>
      <p:sp>
        <p:nvSpPr>
          <p:cNvPr id="4" name="Text Placeholder 3"/>
          <p:cNvSpPr>
            <a:spLocks noGrp="1"/>
          </p:cNvSpPr>
          <p:nvPr>
            <p:ph type="body" sz="half" idx="2"/>
          </p:nvPr>
        </p:nvSpPr>
        <p:spPr>
          <a:xfrm>
            <a:off x="1492921" y="3657600"/>
            <a:ext cx="6990473" cy="6776156"/>
          </a:xfrm>
        </p:spPr>
        <p:txBody>
          <a:bodyPr/>
          <a:lstStyle>
            <a:lvl1pPr marL="0" indent="0">
              <a:buNone/>
              <a:defRPr sz="2844"/>
            </a:lvl1pPr>
            <a:lvl2pPr marL="812764" indent="0">
              <a:buNone/>
              <a:defRPr sz="2489"/>
            </a:lvl2pPr>
            <a:lvl3pPr marL="1625529" indent="0">
              <a:buNone/>
              <a:defRPr sz="2133"/>
            </a:lvl3pPr>
            <a:lvl4pPr marL="2438293" indent="0">
              <a:buNone/>
              <a:defRPr sz="1778"/>
            </a:lvl4pPr>
            <a:lvl5pPr marL="3251058" indent="0">
              <a:buNone/>
              <a:defRPr sz="1778"/>
            </a:lvl5pPr>
            <a:lvl6pPr marL="4063822" indent="0">
              <a:buNone/>
              <a:defRPr sz="1778"/>
            </a:lvl6pPr>
            <a:lvl7pPr marL="4876587" indent="0">
              <a:buNone/>
              <a:defRPr sz="1778"/>
            </a:lvl7pPr>
            <a:lvl8pPr marL="5689351" indent="0">
              <a:buNone/>
              <a:defRPr sz="1778"/>
            </a:lvl8pPr>
            <a:lvl9pPr marL="6502116" indent="0">
              <a:buNone/>
              <a:defRPr sz="1778"/>
            </a:lvl9pPr>
          </a:lstStyle>
          <a:p>
            <a:pPr lvl="0"/>
            <a:r>
              <a:rPr lang="en-GB"/>
              <a:t>Click to edit Master text styles</a:t>
            </a:r>
          </a:p>
        </p:txBody>
      </p:sp>
      <p:sp>
        <p:nvSpPr>
          <p:cNvPr id="5" name="Date Placeholder 4"/>
          <p:cNvSpPr>
            <a:spLocks noGrp="1"/>
          </p:cNvSpPr>
          <p:nvPr>
            <p:ph type="dt" sz="half" idx="10"/>
          </p:nvPr>
        </p:nvSpPr>
        <p:spPr/>
        <p:txBody>
          <a:bodyPr/>
          <a:lstStyle/>
          <a:p>
            <a:fld id="{1BE9AB8E-2C34-497C-9F7E-1F158205709D}" type="datetimeFigureOut">
              <a:rPr lang="en-GB" smtClean="0"/>
              <a:t>20/03/2026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92878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BE9AB8E-2C34-497C-9F7E-1F158205709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3988575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10555" y="649111"/>
            <a:ext cx="4673486" cy="10332156"/>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90097" y="649111"/>
            <a:ext cx="13749531" cy="1033215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BE9AB8E-2C34-497C-9F7E-1F158205709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75A2550-AA7B-43E5-AFBE-5D483E48CB14}" type="slidenum">
              <a:rPr lang="en-GB" smtClean="0"/>
              <a:t>‹#›</a:t>
            </a:fld>
            <a:endParaRPr lang="en-GB"/>
          </a:p>
        </p:txBody>
      </p:sp>
    </p:spTree>
    <p:extLst>
      <p:ext uri="{BB962C8B-B14F-4D97-AF65-F5344CB8AC3E}">
        <p14:creationId xmlns:p14="http://schemas.microsoft.com/office/powerpoint/2010/main" val="1586663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90097" y="649112"/>
            <a:ext cx="18693944" cy="235655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90097" y="3245556"/>
            <a:ext cx="18693944" cy="773571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490097" y="11300179"/>
            <a:ext cx="4876681" cy="649111"/>
          </a:xfrm>
          <a:prstGeom prst="rect">
            <a:avLst/>
          </a:prstGeom>
        </p:spPr>
        <p:txBody>
          <a:bodyPr vert="horz" lIns="91440" tIns="45720" rIns="91440" bIns="45720" rtlCol="0" anchor="ctr"/>
          <a:lstStyle>
            <a:lvl1pPr algn="l">
              <a:defRPr sz="2133">
                <a:solidFill>
                  <a:schemeClr val="tx1">
                    <a:tint val="82000"/>
                  </a:schemeClr>
                </a:solidFill>
              </a:defRPr>
            </a:lvl1pPr>
          </a:lstStyle>
          <a:p>
            <a:fld id="{1BE9AB8E-2C34-497C-9F7E-1F158205709D}" type="datetimeFigureOut">
              <a:rPr lang="en-GB" smtClean="0"/>
              <a:t>20/03/2026</a:t>
            </a:fld>
            <a:endParaRPr lang="en-GB"/>
          </a:p>
        </p:txBody>
      </p:sp>
      <p:sp>
        <p:nvSpPr>
          <p:cNvPr id="5" name="Footer Placeholder 4"/>
          <p:cNvSpPr>
            <a:spLocks noGrp="1"/>
          </p:cNvSpPr>
          <p:nvPr>
            <p:ph type="ftr" sz="quarter" idx="3"/>
          </p:nvPr>
        </p:nvSpPr>
        <p:spPr>
          <a:xfrm>
            <a:off x="7179558" y="11300179"/>
            <a:ext cx="7315022" cy="649111"/>
          </a:xfrm>
          <a:prstGeom prst="rect">
            <a:avLst/>
          </a:prstGeom>
        </p:spPr>
        <p:txBody>
          <a:bodyPr vert="horz" lIns="91440" tIns="45720" rIns="91440" bIns="45720" rtlCol="0" anchor="ctr"/>
          <a:lstStyle>
            <a:lvl1pPr algn="ctr">
              <a:defRPr sz="2133">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5307360" y="11300179"/>
            <a:ext cx="4876681" cy="649111"/>
          </a:xfrm>
          <a:prstGeom prst="rect">
            <a:avLst/>
          </a:prstGeom>
        </p:spPr>
        <p:txBody>
          <a:bodyPr vert="horz" lIns="91440" tIns="45720" rIns="91440" bIns="45720" rtlCol="0" anchor="ctr"/>
          <a:lstStyle>
            <a:lvl1pPr algn="r">
              <a:defRPr sz="2133">
                <a:solidFill>
                  <a:schemeClr val="tx1">
                    <a:tint val="82000"/>
                  </a:schemeClr>
                </a:solidFill>
              </a:defRPr>
            </a:lvl1pPr>
          </a:lstStyle>
          <a:p>
            <a:fld id="{F75A2550-AA7B-43E5-AFBE-5D483E48CB14}" type="slidenum">
              <a:rPr lang="en-GB" smtClean="0"/>
              <a:t>‹#›</a:t>
            </a:fld>
            <a:endParaRPr lang="en-GB"/>
          </a:p>
        </p:txBody>
      </p:sp>
    </p:spTree>
    <p:extLst>
      <p:ext uri="{BB962C8B-B14F-4D97-AF65-F5344CB8AC3E}">
        <p14:creationId xmlns:p14="http://schemas.microsoft.com/office/powerpoint/2010/main" val="33769033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625529" rtl="0" eaLnBrk="1" latinLnBrk="0" hangingPunct="1">
        <a:lnSpc>
          <a:spcPct val="90000"/>
        </a:lnSpc>
        <a:spcBef>
          <a:spcPct val="0"/>
        </a:spcBef>
        <a:buNone/>
        <a:defRPr sz="7822" kern="1200">
          <a:solidFill>
            <a:schemeClr val="tx1"/>
          </a:solidFill>
          <a:latin typeface="+mj-lt"/>
          <a:ea typeface="+mj-ea"/>
          <a:cs typeface="+mj-cs"/>
        </a:defRPr>
      </a:lvl1pPr>
    </p:titleStyle>
    <p:bodyStyle>
      <a:lvl1pPr marL="406382" indent="-406382" algn="l" defTabSz="1625529" rtl="0" eaLnBrk="1" latinLnBrk="0" hangingPunct="1">
        <a:lnSpc>
          <a:spcPct val="90000"/>
        </a:lnSpc>
        <a:spcBef>
          <a:spcPts val="1778"/>
        </a:spcBef>
        <a:buFont typeface="Arial" panose="020B0604020202020204" pitchFamily="34" charset="0"/>
        <a:buChar char="•"/>
        <a:defRPr sz="4978" kern="1200">
          <a:solidFill>
            <a:schemeClr val="tx1"/>
          </a:solidFill>
          <a:latin typeface="+mn-lt"/>
          <a:ea typeface="+mn-ea"/>
          <a:cs typeface="+mn-cs"/>
        </a:defRPr>
      </a:lvl1pPr>
      <a:lvl2pPr marL="1219147" indent="-406382" algn="l" defTabSz="1625529" rtl="0" eaLnBrk="1" latinLnBrk="0" hangingPunct="1">
        <a:lnSpc>
          <a:spcPct val="90000"/>
        </a:lnSpc>
        <a:spcBef>
          <a:spcPts val="889"/>
        </a:spcBef>
        <a:buFont typeface="Arial" panose="020B0604020202020204" pitchFamily="34" charset="0"/>
        <a:buChar char="•"/>
        <a:defRPr sz="4266" kern="1200">
          <a:solidFill>
            <a:schemeClr val="tx1"/>
          </a:solidFill>
          <a:latin typeface="+mn-lt"/>
          <a:ea typeface="+mn-ea"/>
          <a:cs typeface="+mn-cs"/>
        </a:defRPr>
      </a:lvl2pPr>
      <a:lvl3pPr marL="2031911" indent="-406382" algn="l" defTabSz="1625529" rtl="0" eaLnBrk="1" latinLnBrk="0" hangingPunct="1">
        <a:lnSpc>
          <a:spcPct val="90000"/>
        </a:lnSpc>
        <a:spcBef>
          <a:spcPts val="889"/>
        </a:spcBef>
        <a:buFont typeface="Arial" panose="020B0604020202020204" pitchFamily="34" charset="0"/>
        <a:buChar char="•"/>
        <a:defRPr sz="3555" kern="1200">
          <a:solidFill>
            <a:schemeClr val="tx1"/>
          </a:solidFill>
          <a:latin typeface="+mn-lt"/>
          <a:ea typeface="+mn-ea"/>
          <a:cs typeface="+mn-cs"/>
        </a:defRPr>
      </a:lvl3pPr>
      <a:lvl4pPr marL="2844676"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4pPr>
      <a:lvl5pPr marL="3657440"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5pPr>
      <a:lvl6pPr marL="4470204"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6pPr>
      <a:lvl7pPr marL="5282969"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7pPr>
      <a:lvl8pPr marL="6095733"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8pPr>
      <a:lvl9pPr marL="6908498"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9pPr>
    </p:bodyStyle>
    <p:otherStyle>
      <a:defPPr>
        <a:defRPr lang="en-US"/>
      </a:defPPr>
      <a:lvl1pPr marL="0" algn="l" defTabSz="1625529" rtl="0" eaLnBrk="1" latinLnBrk="0" hangingPunct="1">
        <a:defRPr sz="3200" kern="1200">
          <a:solidFill>
            <a:schemeClr val="tx1"/>
          </a:solidFill>
          <a:latin typeface="+mn-lt"/>
          <a:ea typeface="+mn-ea"/>
          <a:cs typeface="+mn-cs"/>
        </a:defRPr>
      </a:lvl1pPr>
      <a:lvl2pPr marL="812764" algn="l" defTabSz="1625529" rtl="0" eaLnBrk="1" latinLnBrk="0" hangingPunct="1">
        <a:defRPr sz="3200" kern="1200">
          <a:solidFill>
            <a:schemeClr val="tx1"/>
          </a:solidFill>
          <a:latin typeface="+mn-lt"/>
          <a:ea typeface="+mn-ea"/>
          <a:cs typeface="+mn-cs"/>
        </a:defRPr>
      </a:lvl2pPr>
      <a:lvl3pPr marL="1625529" algn="l" defTabSz="1625529" rtl="0" eaLnBrk="1" latinLnBrk="0" hangingPunct="1">
        <a:defRPr sz="3200" kern="1200">
          <a:solidFill>
            <a:schemeClr val="tx1"/>
          </a:solidFill>
          <a:latin typeface="+mn-lt"/>
          <a:ea typeface="+mn-ea"/>
          <a:cs typeface="+mn-cs"/>
        </a:defRPr>
      </a:lvl3pPr>
      <a:lvl4pPr marL="2438293" algn="l" defTabSz="1625529" rtl="0" eaLnBrk="1" latinLnBrk="0" hangingPunct="1">
        <a:defRPr sz="3200" kern="1200">
          <a:solidFill>
            <a:schemeClr val="tx1"/>
          </a:solidFill>
          <a:latin typeface="+mn-lt"/>
          <a:ea typeface="+mn-ea"/>
          <a:cs typeface="+mn-cs"/>
        </a:defRPr>
      </a:lvl4pPr>
      <a:lvl5pPr marL="3251058" algn="l" defTabSz="1625529" rtl="0" eaLnBrk="1" latinLnBrk="0" hangingPunct="1">
        <a:defRPr sz="3200" kern="1200">
          <a:solidFill>
            <a:schemeClr val="tx1"/>
          </a:solidFill>
          <a:latin typeface="+mn-lt"/>
          <a:ea typeface="+mn-ea"/>
          <a:cs typeface="+mn-cs"/>
        </a:defRPr>
      </a:lvl5pPr>
      <a:lvl6pPr marL="4063822" algn="l" defTabSz="1625529" rtl="0" eaLnBrk="1" latinLnBrk="0" hangingPunct="1">
        <a:defRPr sz="3200" kern="1200">
          <a:solidFill>
            <a:schemeClr val="tx1"/>
          </a:solidFill>
          <a:latin typeface="+mn-lt"/>
          <a:ea typeface="+mn-ea"/>
          <a:cs typeface="+mn-cs"/>
        </a:defRPr>
      </a:lvl6pPr>
      <a:lvl7pPr marL="4876587" algn="l" defTabSz="1625529" rtl="0" eaLnBrk="1" latinLnBrk="0" hangingPunct="1">
        <a:defRPr sz="3200" kern="1200">
          <a:solidFill>
            <a:schemeClr val="tx1"/>
          </a:solidFill>
          <a:latin typeface="+mn-lt"/>
          <a:ea typeface="+mn-ea"/>
          <a:cs typeface="+mn-cs"/>
        </a:defRPr>
      </a:lvl7pPr>
      <a:lvl8pPr marL="5689351" algn="l" defTabSz="1625529" rtl="0" eaLnBrk="1" latinLnBrk="0" hangingPunct="1">
        <a:defRPr sz="3200" kern="1200">
          <a:solidFill>
            <a:schemeClr val="tx1"/>
          </a:solidFill>
          <a:latin typeface="+mn-lt"/>
          <a:ea typeface="+mn-ea"/>
          <a:cs typeface="+mn-cs"/>
        </a:defRPr>
      </a:lvl8pPr>
      <a:lvl9pPr marL="6502116" algn="l" defTabSz="1625529"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9E7594-C037-5925-DA20-39685C7C0023}"/>
              </a:ext>
            </a:extLst>
          </p:cNvPr>
          <p:cNvPicPr>
            <a:picLocks noChangeAspect="1"/>
          </p:cNvPicPr>
          <p:nvPr/>
        </p:nvPicPr>
        <p:blipFill>
          <a:blip r:embed="rId2"/>
          <a:stretch>
            <a:fillRect/>
          </a:stretch>
        </p:blipFill>
        <p:spPr>
          <a:xfrm>
            <a:off x="2709070" y="2122715"/>
            <a:ext cx="16254845" cy="7429500"/>
          </a:xfrm>
          <a:prstGeom prst="rect">
            <a:avLst/>
          </a:prstGeom>
        </p:spPr>
      </p:pic>
    </p:spTree>
    <p:extLst>
      <p:ext uri="{BB962C8B-B14F-4D97-AF65-F5344CB8AC3E}">
        <p14:creationId xmlns:p14="http://schemas.microsoft.com/office/powerpoint/2010/main" val="3693271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3243B5D-9A73-1BDD-18DB-645ACCE5F145}"/>
              </a:ext>
            </a:extLst>
          </p:cNvPr>
          <p:cNvSpPr/>
          <p:nvPr/>
        </p:nvSpPr>
        <p:spPr>
          <a:xfrm>
            <a:off x="5920466" y="-124462"/>
            <a:ext cx="10580915" cy="12316462"/>
          </a:xfrm>
          <a:prstGeom prst="rect">
            <a:avLst/>
          </a:prstGeom>
          <a:solidFill>
            <a:srgbClr val="4079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6" name="Rectangle 5">
            <a:extLst>
              <a:ext uri="{FF2B5EF4-FFF2-40B4-BE49-F238E27FC236}">
                <a16:creationId xmlns:a16="http://schemas.microsoft.com/office/drawing/2014/main" id="{69CF7483-B31E-59AA-72F5-C708ADAA67F2}"/>
              </a:ext>
            </a:extLst>
          </p:cNvPr>
          <p:cNvSpPr/>
          <p:nvPr/>
        </p:nvSpPr>
        <p:spPr>
          <a:xfrm>
            <a:off x="6222546" y="124462"/>
            <a:ext cx="9976757" cy="20900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8" name="Rectangle 7">
            <a:extLst>
              <a:ext uri="{FF2B5EF4-FFF2-40B4-BE49-F238E27FC236}">
                <a16:creationId xmlns:a16="http://schemas.microsoft.com/office/drawing/2014/main" id="{DADE108C-A044-9B2D-BE2A-51733C57C201}"/>
              </a:ext>
            </a:extLst>
          </p:cNvPr>
          <p:cNvSpPr/>
          <p:nvPr/>
        </p:nvSpPr>
        <p:spPr>
          <a:xfrm>
            <a:off x="6188529" y="10330542"/>
            <a:ext cx="9976757" cy="18614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9" name="Rectangle 8">
            <a:extLst>
              <a:ext uri="{FF2B5EF4-FFF2-40B4-BE49-F238E27FC236}">
                <a16:creationId xmlns:a16="http://schemas.microsoft.com/office/drawing/2014/main" id="{F380F6F3-F500-C4C5-1961-A7F5EA3DAEDD}"/>
              </a:ext>
            </a:extLst>
          </p:cNvPr>
          <p:cNvSpPr/>
          <p:nvPr/>
        </p:nvSpPr>
        <p:spPr>
          <a:xfrm>
            <a:off x="6222546" y="2615930"/>
            <a:ext cx="9976757" cy="2948667"/>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0" name="Rectangle 9">
            <a:extLst>
              <a:ext uri="{FF2B5EF4-FFF2-40B4-BE49-F238E27FC236}">
                <a16:creationId xmlns:a16="http://schemas.microsoft.com/office/drawing/2014/main" id="{4ED76A73-D242-0BBC-C1B2-E685CE7909CE}"/>
              </a:ext>
            </a:extLst>
          </p:cNvPr>
          <p:cNvSpPr/>
          <p:nvPr/>
        </p:nvSpPr>
        <p:spPr>
          <a:xfrm>
            <a:off x="6457949" y="1445079"/>
            <a:ext cx="9505950" cy="704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12" name="TextBox 11">
            <a:extLst>
              <a:ext uri="{FF2B5EF4-FFF2-40B4-BE49-F238E27FC236}">
                <a16:creationId xmlns:a16="http://schemas.microsoft.com/office/drawing/2014/main" id="{DD4F5239-EA08-C104-BB9F-2CE8B4AEC7E9}"/>
              </a:ext>
            </a:extLst>
          </p:cNvPr>
          <p:cNvSpPr txBox="1"/>
          <p:nvPr/>
        </p:nvSpPr>
        <p:spPr>
          <a:xfrm>
            <a:off x="6457949" y="1445079"/>
            <a:ext cx="2057401" cy="707886"/>
          </a:xfrm>
          <a:prstGeom prst="rect">
            <a:avLst/>
          </a:prstGeom>
          <a:noFill/>
        </p:spPr>
        <p:txBody>
          <a:bodyPr wrap="square" rtlCol="0">
            <a:spAutoFit/>
          </a:bodyPr>
          <a:lstStyle/>
          <a:p>
            <a:r>
              <a:rPr lang="en-GB" sz="4000" dirty="0"/>
              <a:t>HOME</a:t>
            </a:r>
          </a:p>
        </p:txBody>
      </p:sp>
      <p:cxnSp>
        <p:nvCxnSpPr>
          <p:cNvPr id="14" name="Straight Connector 13">
            <a:extLst>
              <a:ext uri="{FF2B5EF4-FFF2-40B4-BE49-F238E27FC236}">
                <a16:creationId xmlns:a16="http://schemas.microsoft.com/office/drawing/2014/main" id="{8C1B1782-0EFB-94CC-839A-55D4C692B4F0}"/>
              </a:ext>
            </a:extLst>
          </p:cNvPr>
          <p:cNvCxnSpPr/>
          <p:nvPr/>
        </p:nvCxnSpPr>
        <p:spPr>
          <a:xfrm>
            <a:off x="8191500" y="1445079"/>
            <a:ext cx="0" cy="70485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4ECC4E5E-1120-A886-34AA-984B91598559}"/>
              </a:ext>
            </a:extLst>
          </p:cNvPr>
          <p:cNvCxnSpPr/>
          <p:nvPr/>
        </p:nvCxnSpPr>
        <p:spPr>
          <a:xfrm>
            <a:off x="101536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01621B78-5003-1EA3-8CA1-3225FF8F7945}"/>
              </a:ext>
            </a:extLst>
          </p:cNvPr>
          <p:cNvSpPr txBox="1"/>
          <p:nvPr/>
        </p:nvSpPr>
        <p:spPr>
          <a:xfrm>
            <a:off x="8177220" y="1445079"/>
            <a:ext cx="2057401" cy="707886"/>
          </a:xfrm>
          <a:prstGeom prst="rect">
            <a:avLst/>
          </a:prstGeom>
          <a:noFill/>
        </p:spPr>
        <p:txBody>
          <a:bodyPr wrap="square" rtlCol="0">
            <a:spAutoFit/>
          </a:bodyPr>
          <a:lstStyle/>
          <a:p>
            <a:r>
              <a:rPr lang="en-GB" sz="4000" dirty="0"/>
              <a:t>ABOUT</a:t>
            </a:r>
          </a:p>
        </p:txBody>
      </p:sp>
      <p:cxnSp>
        <p:nvCxnSpPr>
          <p:cNvPr id="18" name="Straight Connector 17">
            <a:extLst>
              <a:ext uri="{FF2B5EF4-FFF2-40B4-BE49-F238E27FC236}">
                <a16:creationId xmlns:a16="http://schemas.microsoft.com/office/drawing/2014/main" id="{7399ADCF-E075-FDEB-692F-6ED1D055B98E}"/>
              </a:ext>
            </a:extLst>
          </p:cNvPr>
          <p:cNvCxnSpPr/>
          <p:nvPr/>
        </p:nvCxnSpPr>
        <p:spPr>
          <a:xfrm>
            <a:off x="11791951" y="1411699"/>
            <a:ext cx="0" cy="704850"/>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058A9D69-9FE2-E04F-DAB4-ED993D80401C}"/>
              </a:ext>
            </a:extLst>
          </p:cNvPr>
          <p:cNvSpPr txBox="1"/>
          <p:nvPr/>
        </p:nvSpPr>
        <p:spPr>
          <a:xfrm>
            <a:off x="10210801" y="1445080"/>
            <a:ext cx="1581150" cy="707886"/>
          </a:xfrm>
          <a:prstGeom prst="rect">
            <a:avLst/>
          </a:prstGeom>
          <a:noFill/>
        </p:spPr>
        <p:txBody>
          <a:bodyPr wrap="square" rtlCol="0">
            <a:spAutoFit/>
          </a:bodyPr>
          <a:lstStyle/>
          <a:p>
            <a:r>
              <a:rPr lang="en-GB" sz="4000" dirty="0"/>
              <a:t>DEVS</a:t>
            </a:r>
          </a:p>
        </p:txBody>
      </p:sp>
      <p:sp>
        <p:nvSpPr>
          <p:cNvPr id="20" name="TextBox 19">
            <a:extLst>
              <a:ext uri="{FF2B5EF4-FFF2-40B4-BE49-F238E27FC236}">
                <a16:creationId xmlns:a16="http://schemas.microsoft.com/office/drawing/2014/main" id="{CF4BA2AC-F271-C592-C4E1-AD8C6AAAE454}"/>
              </a:ext>
            </a:extLst>
          </p:cNvPr>
          <p:cNvSpPr txBox="1"/>
          <p:nvPr/>
        </p:nvSpPr>
        <p:spPr>
          <a:xfrm>
            <a:off x="11872921" y="1411699"/>
            <a:ext cx="2057401" cy="707886"/>
          </a:xfrm>
          <a:prstGeom prst="rect">
            <a:avLst/>
          </a:prstGeom>
          <a:noFill/>
        </p:spPr>
        <p:txBody>
          <a:bodyPr wrap="square" rtlCol="0">
            <a:spAutoFit/>
          </a:bodyPr>
          <a:lstStyle/>
          <a:p>
            <a:r>
              <a:rPr lang="en-GB" sz="4000" dirty="0"/>
              <a:t>INFO</a:t>
            </a:r>
          </a:p>
        </p:txBody>
      </p:sp>
      <p:cxnSp>
        <p:nvCxnSpPr>
          <p:cNvPr id="21" name="Straight Connector 20">
            <a:extLst>
              <a:ext uri="{FF2B5EF4-FFF2-40B4-BE49-F238E27FC236}">
                <a16:creationId xmlns:a16="http://schemas.microsoft.com/office/drawing/2014/main" id="{CB78F9B6-13CA-FEBA-8102-D15D1A3D4BF3}"/>
              </a:ext>
            </a:extLst>
          </p:cNvPr>
          <p:cNvCxnSpPr/>
          <p:nvPr/>
        </p:nvCxnSpPr>
        <p:spPr>
          <a:xfrm>
            <a:off x="133159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EFE43C88-D0B8-5D05-8CA0-10436CCF69A3}"/>
              </a:ext>
            </a:extLst>
          </p:cNvPr>
          <p:cNvSpPr txBox="1"/>
          <p:nvPr/>
        </p:nvSpPr>
        <p:spPr>
          <a:xfrm>
            <a:off x="13604078" y="1445079"/>
            <a:ext cx="3494311" cy="707886"/>
          </a:xfrm>
          <a:prstGeom prst="rect">
            <a:avLst/>
          </a:prstGeom>
          <a:noFill/>
        </p:spPr>
        <p:txBody>
          <a:bodyPr wrap="square" rtlCol="0">
            <a:spAutoFit/>
          </a:bodyPr>
          <a:lstStyle/>
          <a:p>
            <a:r>
              <a:rPr lang="en-GB" sz="4000" dirty="0"/>
              <a:t>SIGN UP</a:t>
            </a:r>
          </a:p>
        </p:txBody>
      </p:sp>
      <p:sp>
        <p:nvSpPr>
          <p:cNvPr id="25" name="TextBox 24">
            <a:extLst>
              <a:ext uri="{FF2B5EF4-FFF2-40B4-BE49-F238E27FC236}">
                <a16:creationId xmlns:a16="http://schemas.microsoft.com/office/drawing/2014/main" id="{70C277DF-44C1-6568-416C-6685AE7328CB}"/>
              </a:ext>
            </a:extLst>
          </p:cNvPr>
          <p:cNvSpPr txBox="1"/>
          <p:nvPr/>
        </p:nvSpPr>
        <p:spPr>
          <a:xfrm>
            <a:off x="9972675" y="240848"/>
            <a:ext cx="2057401" cy="707886"/>
          </a:xfrm>
          <a:prstGeom prst="rect">
            <a:avLst/>
          </a:prstGeom>
          <a:noFill/>
        </p:spPr>
        <p:txBody>
          <a:bodyPr wrap="square" rtlCol="0">
            <a:spAutoFit/>
          </a:bodyPr>
          <a:lstStyle/>
          <a:p>
            <a:r>
              <a:rPr lang="en-GB" sz="4000" dirty="0"/>
              <a:t>HOME</a:t>
            </a:r>
          </a:p>
        </p:txBody>
      </p:sp>
      <p:sp>
        <p:nvSpPr>
          <p:cNvPr id="26" name="TextBox 25">
            <a:extLst>
              <a:ext uri="{FF2B5EF4-FFF2-40B4-BE49-F238E27FC236}">
                <a16:creationId xmlns:a16="http://schemas.microsoft.com/office/drawing/2014/main" id="{2A419E21-2655-5716-8360-2EB31C451F2A}"/>
              </a:ext>
            </a:extLst>
          </p:cNvPr>
          <p:cNvSpPr txBox="1"/>
          <p:nvPr/>
        </p:nvSpPr>
        <p:spPr>
          <a:xfrm>
            <a:off x="9205920" y="4364810"/>
            <a:ext cx="9825029" cy="707886"/>
          </a:xfrm>
          <a:prstGeom prst="rect">
            <a:avLst/>
          </a:prstGeom>
          <a:noFill/>
        </p:spPr>
        <p:txBody>
          <a:bodyPr wrap="square" rtlCol="0">
            <a:spAutoFit/>
          </a:bodyPr>
          <a:lstStyle/>
          <a:p>
            <a:r>
              <a:rPr lang="en-GB" sz="4000" dirty="0"/>
              <a:t>INFORMATION </a:t>
            </a:r>
          </a:p>
        </p:txBody>
      </p:sp>
      <p:sp>
        <p:nvSpPr>
          <p:cNvPr id="27" name="TextBox 26">
            <a:extLst>
              <a:ext uri="{FF2B5EF4-FFF2-40B4-BE49-F238E27FC236}">
                <a16:creationId xmlns:a16="http://schemas.microsoft.com/office/drawing/2014/main" id="{A00552ED-0BC3-4D07-ADB7-9520AB1D8E2C}"/>
              </a:ext>
            </a:extLst>
          </p:cNvPr>
          <p:cNvSpPr txBox="1"/>
          <p:nvPr/>
        </p:nvSpPr>
        <p:spPr>
          <a:xfrm>
            <a:off x="6188529" y="10362475"/>
            <a:ext cx="9976757" cy="707886"/>
          </a:xfrm>
          <a:prstGeom prst="rect">
            <a:avLst/>
          </a:prstGeom>
          <a:noFill/>
        </p:spPr>
        <p:txBody>
          <a:bodyPr wrap="square" rtlCol="0">
            <a:spAutoFit/>
          </a:bodyPr>
          <a:lstStyle/>
          <a:p>
            <a:r>
              <a:rPr lang="en-GB" sz="4000" dirty="0"/>
              <a:t>LINKS TO SOCIAL MEDIA </a:t>
            </a:r>
          </a:p>
        </p:txBody>
      </p:sp>
      <p:sp>
        <p:nvSpPr>
          <p:cNvPr id="29" name="Rectangle 28">
            <a:extLst>
              <a:ext uri="{FF2B5EF4-FFF2-40B4-BE49-F238E27FC236}">
                <a16:creationId xmlns:a16="http://schemas.microsoft.com/office/drawing/2014/main" id="{B3EAAA2B-BC13-758D-64A1-7802FDD510DD}"/>
              </a:ext>
            </a:extLst>
          </p:cNvPr>
          <p:cNvSpPr/>
          <p:nvPr/>
        </p:nvSpPr>
        <p:spPr>
          <a:xfrm>
            <a:off x="6222546" y="6096000"/>
            <a:ext cx="9976757" cy="387259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30" name="TextBox 29">
            <a:extLst>
              <a:ext uri="{FF2B5EF4-FFF2-40B4-BE49-F238E27FC236}">
                <a16:creationId xmlns:a16="http://schemas.microsoft.com/office/drawing/2014/main" id="{7C25F18B-1D8F-FF7C-BFEE-E966F44DD64E}"/>
              </a:ext>
            </a:extLst>
          </p:cNvPr>
          <p:cNvSpPr txBox="1"/>
          <p:nvPr/>
        </p:nvSpPr>
        <p:spPr>
          <a:xfrm>
            <a:off x="9205919" y="7714887"/>
            <a:ext cx="9825029" cy="707886"/>
          </a:xfrm>
          <a:prstGeom prst="rect">
            <a:avLst/>
          </a:prstGeom>
          <a:noFill/>
        </p:spPr>
        <p:txBody>
          <a:bodyPr wrap="square" rtlCol="0">
            <a:spAutoFit/>
          </a:bodyPr>
          <a:lstStyle/>
          <a:p>
            <a:r>
              <a:rPr lang="en-GB" sz="4000" dirty="0"/>
              <a:t>INFORMATION </a:t>
            </a:r>
          </a:p>
        </p:txBody>
      </p:sp>
      <p:sp>
        <p:nvSpPr>
          <p:cNvPr id="31" name="TextBox 30">
            <a:extLst>
              <a:ext uri="{FF2B5EF4-FFF2-40B4-BE49-F238E27FC236}">
                <a16:creationId xmlns:a16="http://schemas.microsoft.com/office/drawing/2014/main" id="{FF0A2318-6089-CCE2-C9F6-6F67C3B4772A}"/>
              </a:ext>
            </a:extLst>
          </p:cNvPr>
          <p:cNvSpPr txBox="1"/>
          <p:nvPr/>
        </p:nvSpPr>
        <p:spPr>
          <a:xfrm>
            <a:off x="17098388" y="5726668"/>
            <a:ext cx="3856611" cy="769441"/>
          </a:xfrm>
          <a:prstGeom prst="rect">
            <a:avLst/>
          </a:prstGeom>
          <a:noFill/>
        </p:spPr>
        <p:txBody>
          <a:bodyPr wrap="square" rtlCol="0">
            <a:spAutoFit/>
          </a:bodyPr>
          <a:lstStyle/>
          <a:p>
            <a:r>
              <a:rPr lang="en-GB" sz="4400" dirty="0"/>
              <a:t>Margin: 15px</a:t>
            </a:r>
            <a:r>
              <a:rPr lang="en-GB" sz="1600" dirty="0"/>
              <a:t> </a:t>
            </a:r>
          </a:p>
        </p:txBody>
      </p:sp>
      <p:cxnSp>
        <p:nvCxnSpPr>
          <p:cNvPr id="33" name="Straight Arrow Connector 32">
            <a:extLst>
              <a:ext uri="{FF2B5EF4-FFF2-40B4-BE49-F238E27FC236}">
                <a16:creationId xmlns:a16="http://schemas.microsoft.com/office/drawing/2014/main" id="{904B7132-DA08-ADB6-C7AD-B63132C94098}"/>
              </a:ext>
            </a:extLst>
          </p:cNvPr>
          <p:cNvCxnSpPr>
            <a:cxnSpLocks/>
          </p:cNvCxnSpPr>
          <p:nvPr/>
        </p:nvCxnSpPr>
        <p:spPr>
          <a:xfrm flipH="1" flipV="1">
            <a:off x="16199303" y="5306786"/>
            <a:ext cx="899085" cy="92383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8D1FB817-8F19-12A5-A8DC-98082CBCFEFE}"/>
              </a:ext>
            </a:extLst>
          </p:cNvPr>
          <p:cNvSpPr txBox="1"/>
          <p:nvPr/>
        </p:nvSpPr>
        <p:spPr>
          <a:xfrm>
            <a:off x="1166718" y="10591165"/>
            <a:ext cx="3856611" cy="707886"/>
          </a:xfrm>
          <a:prstGeom prst="rect">
            <a:avLst/>
          </a:prstGeom>
          <a:noFill/>
        </p:spPr>
        <p:txBody>
          <a:bodyPr wrap="square" rtlCol="0">
            <a:spAutoFit/>
          </a:bodyPr>
          <a:lstStyle/>
          <a:p>
            <a:r>
              <a:rPr lang="en-GB" sz="4000" dirty="0"/>
              <a:t>Icon links</a:t>
            </a:r>
          </a:p>
        </p:txBody>
      </p:sp>
      <p:cxnSp>
        <p:nvCxnSpPr>
          <p:cNvPr id="36" name="Straight Arrow Connector 35">
            <a:extLst>
              <a:ext uri="{FF2B5EF4-FFF2-40B4-BE49-F238E27FC236}">
                <a16:creationId xmlns:a16="http://schemas.microsoft.com/office/drawing/2014/main" id="{BA31C057-FD9F-1DCF-0355-439DB1C9B653}"/>
              </a:ext>
            </a:extLst>
          </p:cNvPr>
          <p:cNvCxnSpPr>
            <a:cxnSpLocks/>
            <a:endCxn id="27" idx="1"/>
          </p:cNvCxnSpPr>
          <p:nvPr/>
        </p:nvCxnSpPr>
        <p:spPr>
          <a:xfrm flipV="1">
            <a:off x="4126192" y="10716418"/>
            <a:ext cx="2062337" cy="4881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9" name="TextBox 38">
            <a:extLst>
              <a:ext uri="{FF2B5EF4-FFF2-40B4-BE49-F238E27FC236}">
                <a16:creationId xmlns:a16="http://schemas.microsoft.com/office/drawing/2014/main" id="{3BB09754-4562-9764-6FA2-31F0138D43A3}"/>
              </a:ext>
            </a:extLst>
          </p:cNvPr>
          <p:cNvSpPr txBox="1"/>
          <p:nvPr/>
        </p:nvSpPr>
        <p:spPr>
          <a:xfrm>
            <a:off x="17098388" y="10083135"/>
            <a:ext cx="3856611" cy="338554"/>
          </a:xfrm>
          <a:prstGeom prst="rect">
            <a:avLst/>
          </a:prstGeom>
          <a:noFill/>
        </p:spPr>
        <p:txBody>
          <a:bodyPr wrap="square" rtlCol="0">
            <a:spAutoFit/>
          </a:bodyPr>
          <a:lstStyle/>
          <a:p>
            <a:r>
              <a:rPr lang="en-GB" sz="1600" dirty="0"/>
              <a:t> </a:t>
            </a:r>
          </a:p>
        </p:txBody>
      </p:sp>
      <p:cxnSp>
        <p:nvCxnSpPr>
          <p:cNvPr id="40" name="Straight Arrow Connector 39">
            <a:extLst>
              <a:ext uri="{FF2B5EF4-FFF2-40B4-BE49-F238E27FC236}">
                <a16:creationId xmlns:a16="http://schemas.microsoft.com/office/drawing/2014/main" id="{BF894BB9-DCA6-2675-4066-6D0EC3F98363}"/>
              </a:ext>
            </a:extLst>
          </p:cNvPr>
          <p:cNvCxnSpPr>
            <a:cxnSpLocks/>
          </p:cNvCxnSpPr>
          <p:nvPr/>
        </p:nvCxnSpPr>
        <p:spPr>
          <a:xfrm flipH="1" flipV="1">
            <a:off x="15963899" y="10223867"/>
            <a:ext cx="1134489" cy="3632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1" name="TextBox 40">
            <a:extLst>
              <a:ext uri="{FF2B5EF4-FFF2-40B4-BE49-F238E27FC236}">
                <a16:creationId xmlns:a16="http://schemas.microsoft.com/office/drawing/2014/main" id="{0207EE36-F049-CFE7-FB92-842C8CD0DF7B}"/>
              </a:ext>
            </a:extLst>
          </p:cNvPr>
          <p:cNvSpPr txBox="1"/>
          <p:nvPr/>
        </p:nvSpPr>
        <p:spPr>
          <a:xfrm>
            <a:off x="17098388" y="10353220"/>
            <a:ext cx="4866262" cy="1446550"/>
          </a:xfrm>
          <a:prstGeom prst="rect">
            <a:avLst/>
          </a:prstGeom>
          <a:noFill/>
        </p:spPr>
        <p:txBody>
          <a:bodyPr wrap="square" rtlCol="0">
            <a:spAutoFit/>
          </a:bodyPr>
          <a:lstStyle/>
          <a:p>
            <a:r>
              <a:rPr lang="en-GB" sz="4400" dirty="0"/>
              <a:t>Padding: 10px each gap </a:t>
            </a:r>
            <a:endParaRPr lang="en-GB" sz="1600" dirty="0"/>
          </a:p>
        </p:txBody>
      </p:sp>
      <p:sp>
        <p:nvSpPr>
          <p:cNvPr id="42" name="TextBox 41">
            <a:extLst>
              <a:ext uri="{FF2B5EF4-FFF2-40B4-BE49-F238E27FC236}">
                <a16:creationId xmlns:a16="http://schemas.microsoft.com/office/drawing/2014/main" id="{3F0E03DC-8AB8-435F-2580-12CD063A7D1C}"/>
              </a:ext>
            </a:extLst>
          </p:cNvPr>
          <p:cNvSpPr txBox="1"/>
          <p:nvPr/>
        </p:nvSpPr>
        <p:spPr>
          <a:xfrm>
            <a:off x="7144" y="61953"/>
            <a:ext cx="5165613" cy="8710077"/>
          </a:xfrm>
          <a:prstGeom prst="rect">
            <a:avLst/>
          </a:prstGeom>
          <a:noFill/>
        </p:spPr>
        <p:txBody>
          <a:bodyPr wrap="square" rtlCol="0">
            <a:spAutoFit/>
          </a:bodyPr>
          <a:lstStyle/>
          <a:p>
            <a:r>
              <a:rPr lang="en-GB" sz="4000" dirty="0"/>
              <a:t>The home at the top will be used in a h1 tag </a:t>
            </a:r>
            <a:br>
              <a:rPr lang="en-GB" sz="4000" dirty="0"/>
            </a:br>
            <a:br>
              <a:rPr lang="en-GB" sz="4000" dirty="0"/>
            </a:br>
            <a:r>
              <a:rPr lang="en-GB" sz="4000" dirty="0"/>
              <a:t>the information will be from 16 - 25 </a:t>
            </a:r>
          </a:p>
          <a:p>
            <a:endParaRPr lang="en-GB" sz="4000" dirty="0"/>
          </a:p>
          <a:p>
            <a:endParaRPr lang="en-GB" sz="4000" dirty="0"/>
          </a:p>
          <a:p>
            <a:r>
              <a:rPr lang="en-GB" sz="4000" dirty="0"/>
              <a:t>The colours will be blues and are shown on the page bellow </a:t>
            </a:r>
          </a:p>
          <a:p>
            <a:endParaRPr lang="en-GB" sz="4000" dirty="0"/>
          </a:p>
          <a:p>
            <a:r>
              <a:rPr lang="en-GB" sz="4000" dirty="0"/>
              <a:t>The icons will be images of the logo of the app </a:t>
            </a:r>
          </a:p>
        </p:txBody>
      </p:sp>
      <p:sp>
        <p:nvSpPr>
          <p:cNvPr id="2" name="Oval 1">
            <a:extLst>
              <a:ext uri="{FF2B5EF4-FFF2-40B4-BE49-F238E27FC236}">
                <a16:creationId xmlns:a16="http://schemas.microsoft.com/office/drawing/2014/main" id="{D03F4796-2A0A-F857-E7D6-75AA8E1349E6}"/>
              </a:ext>
            </a:extLst>
          </p:cNvPr>
          <p:cNvSpPr/>
          <p:nvPr/>
        </p:nvSpPr>
        <p:spPr>
          <a:xfrm>
            <a:off x="17098388" y="240848"/>
            <a:ext cx="1436574" cy="1364062"/>
          </a:xfrm>
          <a:prstGeom prst="ellipse">
            <a:avLst/>
          </a:prstGeom>
          <a:solidFill>
            <a:srgbClr val="12586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3" name="Oval 2">
            <a:extLst>
              <a:ext uri="{FF2B5EF4-FFF2-40B4-BE49-F238E27FC236}">
                <a16:creationId xmlns:a16="http://schemas.microsoft.com/office/drawing/2014/main" id="{7AC7AB96-189F-EC13-6AEF-B22537BE0D5E}"/>
              </a:ext>
            </a:extLst>
          </p:cNvPr>
          <p:cNvSpPr/>
          <p:nvPr/>
        </p:nvSpPr>
        <p:spPr>
          <a:xfrm>
            <a:off x="18910516" y="240848"/>
            <a:ext cx="1436574" cy="1364062"/>
          </a:xfrm>
          <a:prstGeom prst="ellipse">
            <a:avLst/>
          </a:prstGeom>
          <a:solidFill>
            <a:srgbClr val="15608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cxnSp>
        <p:nvCxnSpPr>
          <p:cNvPr id="7" name="Straight Arrow Connector 6">
            <a:extLst>
              <a:ext uri="{FF2B5EF4-FFF2-40B4-BE49-F238E27FC236}">
                <a16:creationId xmlns:a16="http://schemas.microsoft.com/office/drawing/2014/main" id="{8753B970-8A65-C39D-8295-D6A01F2B1AE0}"/>
              </a:ext>
            </a:extLst>
          </p:cNvPr>
          <p:cNvCxnSpPr>
            <a:cxnSpLocks/>
          </p:cNvCxnSpPr>
          <p:nvPr/>
        </p:nvCxnSpPr>
        <p:spPr>
          <a:xfrm flipH="1" flipV="1">
            <a:off x="16091124" y="1936115"/>
            <a:ext cx="2443838" cy="159902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 name="TextBox 15">
            <a:extLst>
              <a:ext uri="{FF2B5EF4-FFF2-40B4-BE49-F238E27FC236}">
                <a16:creationId xmlns:a16="http://schemas.microsoft.com/office/drawing/2014/main" id="{6E64558F-DB49-7D42-EEEA-A850E30E6027}"/>
              </a:ext>
            </a:extLst>
          </p:cNvPr>
          <p:cNvSpPr txBox="1"/>
          <p:nvPr/>
        </p:nvSpPr>
        <p:spPr>
          <a:xfrm>
            <a:off x="16490479" y="3377715"/>
            <a:ext cx="5176515" cy="1446550"/>
          </a:xfrm>
          <a:prstGeom prst="rect">
            <a:avLst/>
          </a:prstGeom>
          <a:noFill/>
        </p:spPr>
        <p:txBody>
          <a:bodyPr wrap="square" rtlCol="0">
            <a:spAutoFit/>
          </a:bodyPr>
          <a:lstStyle/>
          <a:p>
            <a:r>
              <a:rPr lang="en-GB" sz="4400" dirty="0"/>
              <a:t>Nav bar that directs to pages </a:t>
            </a:r>
          </a:p>
        </p:txBody>
      </p:sp>
    </p:spTree>
    <p:extLst>
      <p:ext uri="{BB962C8B-B14F-4D97-AF65-F5344CB8AC3E}">
        <p14:creationId xmlns:p14="http://schemas.microsoft.com/office/powerpoint/2010/main" val="373394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C48B9-F0E0-D9F4-C44D-FB93849D1F79}"/>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B05EC1B9-C288-0FB3-58C6-80933B03D1C0}"/>
              </a:ext>
            </a:extLst>
          </p:cNvPr>
          <p:cNvSpPr/>
          <p:nvPr/>
        </p:nvSpPr>
        <p:spPr>
          <a:xfrm>
            <a:off x="6063341" y="2553974"/>
            <a:ext cx="9976757" cy="248194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9DC19360-4832-F69C-37F9-410D9FB12775}"/>
              </a:ext>
            </a:extLst>
          </p:cNvPr>
          <p:cNvSpPr/>
          <p:nvPr/>
        </p:nvSpPr>
        <p:spPr>
          <a:xfrm>
            <a:off x="5920466" y="-124462"/>
            <a:ext cx="10580915" cy="12316462"/>
          </a:xfrm>
          <a:prstGeom prst="rect">
            <a:avLst/>
          </a:prstGeom>
          <a:solidFill>
            <a:srgbClr val="4079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35A653D-EFFD-1C18-CF98-2CA4987F88F6}"/>
              </a:ext>
            </a:extLst>
          </p:cNvPr>
          <p:cNvSpPr/>
          <p:nvPr/>
        </p:nvSpPr>
        <p:spPr>
          <a:xfrm>
            <a:off x="6222546" y="124462"/>
            <a:ext cx="9976757" cy="20900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5896ADD-39D7-F98C-0B0D-4B29622BFC83}"/>
              </a:ext>
            </a:extLst>
          </p:cNvPr>
          <p:cNvSpPr/>
          <p:nvPr/>
        </p:nvSpPr>
        <p:spPr>
          <a:xfrm>
            <a:off x="6188529" y="10330542"/>
            <a:ext cx="9976757" cy="18614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DE52000D-32FE-0E64-7405-490991F59642}"/>
              </a:ext>
            </a:extLst>
          </p:cNvPr>
          <p:cNvSpPr/>
          <p:nvPr/>
        </p:nvSpPr>
        <p:spPr>
          <a:xfrm>
            <a:off x="6457949" y="1445079"/>
            <a:ext cx="9505950" cy="704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AA3563DE-C3E8-A8BF-89AC-879CA026E6A1}"/>
              </a:ext>
            </a:extLst>
          </p:cNvPr>
          <p:cNvSpPr txBox="1"/>
          <p:nvPr/>
        </p:nvSpPr>
        <p:spPr>
          <a:xfrm>
            <a:off x="6457949" y="1445079"/>
            <a:ext cx="2057401" cy="769441"/>
          </a:xfrm>
          <a:prstGeom prst="rect">
            <a:avLst/>
          </a:prstGeom>
          <a:noFill/>
        </p:spPr>
        <p:txBody>
          <a:bodyPr wrap="square" rtlCol="0">
            <a:spAutoFit/>
          </a:bodyPr>
          <a:lstStyle/>
          <a:p>
            <a:r>
              <a:rPr lang="en-GB" sz="4400" dirty="0"/>
              <a:t>HOME</a:t>
            </a:r>
          </a:p>
        </p:txBody>
      </p:sp>
      <p:cxnSp>
        <p:nvCxnSpPr>
          <p:cNvPr id="14" name="Straight Connector 13">
            <a:extLst>
              <a:ext uri="{FF2B5EF4-FFF2-40B4-BE49-F238E27FC236}">
                <a16:creationId xmlns:a16="http://schemas.microsoft.com/office/drawing/2014/main" id="{D1895BF7-C530-1BA1-1357-01C79C2A85FF}"/>
              </a:ext>
            </a:extLst>
          </p:cNvPr>
          <p:cNvCxnSpPr/>
          <p:nvPr/>
        </p:nvCxnSpPr>
        <p:spPr>
          <a:xfrm>
            <a:off x="8191500" y="1445079"/>
            <a:ext cx="0" cy="70485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3AE74243-5B42-C748-B1F7-930525C5F485}"/>
              </a:ext>
            </a:extLst>
          </p:cNvPr>
          <p:cNvCxnSpPr/>
          <p:nvPr/>
        </p:nvCxnSpPr>
        <p:spPr>
          <a:xfrm>
            <a:off x="101536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83474A90-FC98-29A7-01C6-B61F5CB94AE3}"/>
              </a:ext>
            </a:extLst>
          </p:cNvPr>
          <p:cNvSpPr txBox="1"/>
          <p:nvPr/>
        </p:nvSpPr>
        <p:spPr>
          <a:xfrm>
            <a:off x="8177220" y="1445079"/>
            <a:ext cx="2057401" cy="769441"/>
          </a:xfrm>
          <a:prstGeom prst="rect">
            <a:avLst/>
          </a:prstGeom>
          <a:noFill/>
        </p:spPr>
        <p:txBody>
          <a:bodyPr wrap="square" rtlCol="0">
            <a:spAutoFit/>
          </a:bodyPr>
          <a:lstStyle/>
          <a:p>
            <a:r>
              <a:rPr lang="en-GB" sz="4400" dirty="0"/>
              <a:t>ABOUT</a:t>
            </a:r>
          </a:p>
        </p:txBody>
      </p:sp>
      <p:cxnSp>
        <p:nvCxnSpPr>
          <p:cNvPr id="18" name="Straight Connector 17">
            <a:extLst>
              <a:ext uri="{FF2B5EF4-FFF2-40B4-BE49-F238E27FC236}">
                <a16:creationId xmlns:a16="http://schemas.microsoft.com/office/drawing/2014/main" id="{D057449A-405B-EAFC-4BBE-C046ED4D1237}"/>
              </a:ext>
            </a:extLst>
          </p:cNvPr>
          <p:cNvCxnSpPr/>
          <p:nvPr/>
        </p:nvCxnSpPr>
        <p:spPr>
          <a:xfrm>
            <a:off x="11791951" y="1411699"/>
            <a:ext cx="0" cy="704850"/>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032CD7BB-FE54-2B23-2311-EA3B11B629EC}"/>
              </a:ext>
            </a:extLst>
          </p:cNvPr>
          <p:cNvSpPr txBox="1"/>
          <p:nvPr/>
        </p:nvSpPr>
        <p:spPr>
          <a:xfrm>
            <a:off x="10210801" y="1445080"/>
            <a:ext cx="1581150" cy="769441"/>
          </a:xfrm>
          <a:prstGeom prst="rect">
            <a:avLst/>
          </a:prstGeom>
          <a:noFill/>
        </p:spPr>
        <p:txBody>
          <a:bodyPr wrap="square" rtlCol="0">
            <a:spAutoFit/>
          </a:bodyPr>
          <a:lstStyle/>
          <a:p>
            <a:r>
              <a:rPr lang="en-GB" sz="4400" dirty="0"/>
              <a:t>DEVS</a:t>
            </a:r>
          </a:p>
        </p:txBody>
      </p:sp>
      <p:sp>
        <p:nvSpPr>
          <p:cNvPr id="20" name="TextBox 19">
            <a:extLst>
              <a:ext uri="{FF2B5EF4-FFF2-40B4-BE49-F238E27FC236}">
                <a16:creationId xmlns:a16="http://schemas.microsoft.com/office/drawing/2014/main" id="{72FA0350-85AC-97B6-4056-D9F59C7695F1}"/>
              </a:ext>
            </a:extLst>
          </p:cNvPr>
          <p:cNvSpPr txBox="1"/>
          <p:nvPr/>
        </p:nvSpPr>
        <p:spPr>
          <a:xfrm>
            <a:off x="11872921" y="1411699"/>
            <a:ext cx="2057401" cy="769441"/>
          </a:xfrm>
          <a:prstGeom prst="rect">
            <a:avLst/>
          </a:prstGeom>
          <a:noFill/>
        </p:spPr>
        <p:txBody>
          <a:bodyPr wrap="square" rtlCol="0">
            <a:spAutoFit/>
          </a:bodyPr>
          <a:lstStyle/>
          <a:p>
            <a:r>
              <a:rPr lang="en-GB" sz="4400" dirty="0"/>
              <a:t>INFO</a:t>
            </a:r>
          </a:p>
        </p:txBody>
      </p:sp>
      <p:cxnSp>
        <p:nvCxnSpPr>
          <p:cNvPr id="21" name="Straight Connector 20">
            <a:extLst>
              <a:ext uri="{FF2B5EF4-FFF2-40B4-BE49-F238E27FC236}">
                <a16:creationId xmlns:a16="http://schemas.microsoft.com/office/drawing/2014/main" id="{95E47E65-A674-4F80-AE79-84B9015705CE}"/>
              </a:ext>
            </a:extLst>
          </p:cNvPr>
          <p:cNvCxnSpPr/>
          <p:nvPr/>
        </p:nvCxnSpPr>
        <p:spPr>
          <a:xfrm>
            <a:off x="133159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4C751088-1956-B49F-F2CE-5A5A2237D936}"/>
              </a:ext>
            </a:extLst>
          </p:cNvPr>
          <p:cNvSpPr txBox="1"/>
          <p:nvPr/>
        </p:nvSpPr>
        <p:spPr>
          <a:xfrm>
            <a:off x="13604078" y="1445079"/>
            <a:ext cx="3494311" cy="769441"/>
          </a:xfrm>
          <a:prstGeom prst="rect">
            <a:avLst/>
          </a:prstGeom>
          <a:noFill/>
        </p:spPr>
        <p:txBody>
          <a:bodyPr wrap="square" rtlCol="0">
            <a:spAutoFit/>
          </a:bodyPr>
          <a:lstStyle/>
          <a:p>
            <a:r>
              <a:rPr lang="en-GB" sz="4400" dirty="0"/>
              <a:t>SIGN UP</a:t>
            </a:r>
          </a:p>
        </p:txBody>
      </p:sp>
      <p:sp>
        <p:nvSpPr>
          <p:cNvPr id="25" name="TextBox 24">
            <a:extLst>
              <a:ext uri="{FF2B5EF4-FFF2-40B4-BE49-F238E27FC236}">
                <a16:creationId xmlns:a16="http://schemas.microsoft.com/office/drawing/2014/main" id="{819DFC26-7302-0329-D905-D9225365274B}"/>
              </a:ext>
            </a:extLst>
          </p:cNvPr>
          <p:cNvSpPr txBox="1"/>
          <p:nvPr/>
        </p:nvSpPr>
        <p:spPr>
          <a:xfrm>
            <a:off x="10253669" y="383360"/>
            <a:ext cx="2057401" cy="769441"/>
          </a:xfrm>
          <a:prstGeom prst="rect">
            <a:avLst/>
          </a:prstGeom>
          <a:noFill/>
        </p:spPr>
        <p:txBody>
          <a:bodyPr wrap="square" rtlCol="0">
            <a:spAutoFit/>
          </a:bodyPr>
          <a:lstStyle/>
          <a:p>
            <a:r>
              <a:rPr lang="en-GB" sz="4400" dirty="0"/>
              <a:t>ABOUT</a:t>
            </a:r>
          </a:p>
        </p:txBody>
      </p:sp>
      <p:sp>
        <p:nvSpPr>
          <p:cNvPr id="27" name="TextBox 26">
            <a:extLst>
              <a:ext uri="{FF2B5EF4-FFF2-40B4-BE49-F238E27FC236}">
                <a16:creationId xmlns:a16="http://schemas.microsoft.com/office/drawing/2014/main" id="{A983C63F-D4E2-435D-2DCF-652D6AE0634C}"/>
              </a:ext>
            </a:extLst>
          </p:cNvPr>
          <p:cNvSpPr txBox="1"/>
          <p:nvPr/>
        </p:nvSpPr>
        <p:spPr>
          <a:xfrm>
            <a:off x="6188529" y="10362475"/>
            <a:ext cx="9976757" cy="769441"/>
          </a:xfrm>
          <a:prstGeom prst="rect">
            <a:avLst/>
          </a:prstGeom>
          <a:noFill/>
        </p:spPr>
        <p:txBody>
          <a:bodyPr wrap="square" rtlCol="0">
            <a:spAutoFit/>
          </a:bodyPr>
          <a:lstStyle/>
          <a:p>
            <a:r>
              <a:rPr lang="en-GB" sz="4400" dirty="0"/>
              <a:t>LINKS TO SOCIAL MEDIA </a:t>
            </a:r>
          </a:p>
        </p:txBody>
      </p:sp>
      <p:sp>
        <p:nvSpPr>
          <p:cNvPr id="2" name="Rectangle 1">
            <a:extLst>
              <a:ext uri="{FF2B5EF4-FFF2-40B4-BE49-F238E27FC236}">
                <a16:creationId xmlns:a16="http://schemas.microsoft.com/office/drawing/2014/main" id="{679B47D7-381B-2B1A-A4E9-AC5B85DE4798}"/>
              </a:ext>
            </a:extLst>
          </p:cNvPr>
          <p:cNvSpPr/>
          <p:nvPr/>
        </p:nvSpPr>
        <p:spPr>
          <a:xfrm>
            <a:off x="6222544" y="2543090"/>
            <a:ext cx="9976757" cy="248194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TextBox 15">
            <a:extLst>
              <a:ext uri="{FF2B5EF4-FFF2-40B4-BE49-F238E27FC236}">
                <a16:creationId xmlns:a16="http://schemas.microsoft.com/office/drawing/2014/main" id="{15DF485D-A57A-ED30-7D76-90B5B0987CB5}"/>
              </a:ext>
            </a:extLst>
          </p:cNvPr>
          <p:cNvSpPr txBox="1"/>
          <p:nvPr/>
        </p:nvSpPr>
        <p:spPr>
          <a:xfrm>
            <a:off x="9205920" y="3535137"/>
            <a:ext cx="9825029" cy="769441"/>
          </a:xfrm>
          <a:prstGeom prst="rect">
            <a:avLst/>
          </a:prstGeom>
          <a:noFill/>
        </p:spPr>
        <p:txBody>
          <a:bodyPr wrap="square" rtlCol="0">
            <a:spAutoFit/>
          </a:bodyPr>
          <a:lstStyle/>
          <a:p>
            <a:r>
              <a:rPr lang="en-GB" sz="4400" dirty="0"/>
              <a:t>INFORMATION </a:t>
            </a:r>
          </a:p>
        </p:txBody>
      </p:sp>
      <p:sp>
        <p:nvSpPr>
          <p:cNvPr id="22" name="TextBox 21">
            <a:extLst>
              <a:ext uri="{FF2B5EF4-FFF2-40B4-BE49-F238E27FC236}">
                <a16:creationId xmlns:a16="http://schemas.microsoft.com/office/drawing/2014/main" id="{74AD96F3-44FB-A548-FE45-479BA2A71BE9}"/>
              </a:ext>
            </a:extLst>
          </p:cNvPr>
          <p:cNvSpPr txBox="1"/>
          <p:nvPr/>
        </p:nvSpPr>
        <p:spPr>
          <a:xfrm>
            <a:off x="6457949" y="5467350"/>
            <a:ext cx="9505950" cy="1779091"/>
          </a:xfrm>
          <a:prstGeom prst="rect">
            <a:avLst/>
          </a:prstGeom>
          <a:noFill/>
          <a:ln>
            <a:solidFill>
              <a:schemeClr val="tx1"/>
            </a:solidFill>
          </a:ln>
        </p:spPr>
        <p:txBody>
          <a:bodyPr wrap="square" rtlCol="0">
            <a:spAutoFit/>
          </a:bodyPr>
          <a:lstStyle/>
          <a:p>
            <a:endParaRPr lang="en-GB" dirty="0"/>
          </a:p>
        </p:txBody>
      </p:sp>
      <p:sp>
        <p:nvSpPr>
          <p:cNvPr id="23" name="TextBox 22">
            <a:extLst>
              <a:ext uri="{FF2B5EF4-FFF2-40B4-BE49-F238E27FC236}">
                <a16:creationId xmlns:a16="http://schemas.microsoft.com/office/drawing/2014/main" id="{3096AEB5-172A-F69E-EA84-2144B0EBB337}"/>
              </a:ext>
            </a:extLst>
          </p:cNvPr>
          <p:cNvSpPr txBox="1"/>
          <p:nvPr/>
        </p:nvSpPr>
        <p:spPr>
          <a:xfrm>
            <a:off x="9663120" y="5873567"/>
            <a:ext cx="3238501" cy="1107996"/>
          </a:xfrm>
          <a:prstGeom prst="rect">
            <a:avLst/>
          </a:prstGeom>
          <a:noFill/>
        </p:spPr>
        <p:txBody>
          <a:bodyPr wrap="square" rtlCol="0">
            <a:spAutoFit/>
          </a:bodyPr>
          <a:lstStyle/>
          <a:p>
            <a:r>
              <a:rPr lang="en-GB" sz="6600" dirty="0"/>
              <a:t>IMAGE</a:t>
            </a:r>
            <a:r>
              <a:rPr lang="en-GB" dirty="0"/>
              <a:t> </a:t>
            </a:r>
          </a:p>
        </p:txBody>
      </p:sp>
      <p:sp>
        <p:nvSpPr>
          <p:cNvPr id="28" name="TextBox 27">
            <a:extLst>
              <a:ext uri="{FF2B5EF4-FFF2-40B4-BE49-F238E27FC236}">
                <a16:creationId xmlns:a16="http://schemas.microsoft.com/office/drawing/2014/main" id="{C1F7B98F-1166-FB53-2AE1-45B2F7AF04E5}"/>
              </a:ext>
            </a:extLst>
          </p:cNvPr>
          <p:cNvSpPr txBox="1"/>
          <p:nvPr/>
        </p:nvSpPr>
        <p:spPr>
          <a:xfrm>
            <a:off x="2423774" y="6360525"/>
            <a:ext cx="1731854" cy="769441"/>
          </a:xfrm>
          <a:prstGeom prst="rect">
            <a:avLst/>
          </a:prstGeom>
          <a:noFill/>
        </p:spPr>
        <p:txBody>
          <a:bodyPr wrap="square" rtlCol="0">
            <a:spAutoFit/>
          </a:bodyPr>
          <a:lstStyle/>
          <a:p>
            <a:r>
              <a:rPr lang="en-GB" sz="4400" dirty="0"/>
              <a:t>Image </a:t>
            </a:r>
          </a:p>
        </p:txBody>
      </p:sp>
      <p:cxnSp>
        <p:nvCxnSpPr>
          <p:cNvPr id="29" name="Straight Arrow Connector 28">
            <a:extLst>
              <a:ext uri="{FF2B5EF4-FFF2-40B4-BE49-F238E27FC236}">
                <a16:creationId xmlns:a16="http://schemas.microsoft.com/office/drawing/2014/main" id="{1FE0A45F-01F9-170D-D585-44467C9C7EA7}"/>
              </a:ext>
            </a:extLst>
          </p:cNvPr>
          <p:cNvCxnSpPr>
            <a:cxnSpLocks/>
          </p:cNvCxnSpPr>
          <p:nvPr/>
        </p:nvCxnSpPr>
        <p:spPr>
          <a:xfrm flipV="1">
            <a:off x="4275620" y="6473552"/>
            <a:ext cx="2062337" cy="4573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C0941E16-0C45-901F-C8AB-2D8B1E692322}"/>
              </a:ext>
            </a:extLst>
          </p:cNvPr>
          <p:cNvCxnSpPr>
            <a:cxnSpLocks/>
          </p:cNvCxnSpPr>
          <p:nvPr/>
        </p:nvCxnSpPr>
        <p:spPr>
          <a:xfrm flipH="1" flipV="1">
            <a:off x="15672448" y="4093533"/>
            <a:ext cx="2473779" cy="37755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3" name="Rectangle 32">
            <a:extLst>
              <a:ext uri="{FF2B5EF4-FFF2-40B4-BE49-F238E27FC236}">
                <a16:creationId xmlns:a16="http://schemas.microsoft.com/office/drawing/2014/main" id="{7D91DFDC-2028-8B68-7879-581798A38ED9}"/>
              </a:ext>
            </a:extLst>
          </p:cNvPr>
          <p:cNvSpPr/>
          <p:nvPr/>
        </p:nvSpPr>
        <p:spPr>
          <a:xfrm>
            <a:off x="6188528" y="7547520"/>
            <a:ext cx="9976757" cy="248194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3B00924D-A36E-A8D8-3D1C-BCA49C3EF3E6}"/>
              </a:ext>
            </a:extLst>
          </p:cNvPr>
          <p:cNvSpPr txBox="1"/>
          <p:nvPr/>
        </p:nvSpPr>
        <p:spPr>
          <a:xfrm>
            <a:off x="9017807" y="8329836"/>
            <a:ext cx="9825029" cy="769441"/>
          </a:xfrm>
          <a:prstGeom prst="rect">
            <a:avLst/>
          </a:prstGeom>
          <a:noFill/>
        </p:spPr>
        <p:txBody>
          <a:bodyPr wrap="square" rtlCol="0">
            <a:spAutoFit/>
          </a:bodyPr>
          <a:lstStyle/>
          <a:p>
            <a:r>
              <a:rPr lang="en-GB" sz="4400" dirty="0"/>
              <a:t>INFORMATION </a:t>
            </a:r>
          </a:p>
        </p:txBody>
      </p:sp>
      <p:sp>
        <p:nvSpPr>
          <p:cNvPr id="5" name="Oval 4">
            <a:extLst>
              <a:ext uri="{FF2B5EF4-FFF2-40B4-BE49-F238E27FC236}">
                <a16:creationId xmlns:a16="http://schemas.microsoft.com/office/drawing/2014/main" id="{A9B9BC6B-401E-0684-AE91-3B2E11FB3409}"/>
              </a:ext>
            </a:extLst>
          </p:cNvPr>
          <p:cNvSpPr/>
          <p:nvPr/>
        </p:nvSpPr>
        <p:spPr>
          <a:xfrm>
            <a:off x="17098388" y="240848"/>
            <a:ext cx="1436574" cy="1364062"/>
          </a:xfrm>
          <a:prstGeom prst="ellipse">
            <a:avLst/>
          </a:prstGeom>
          <a:solidFill>
            <a:srgbClr val="12586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C291D4CA-2F12-C14B-F516-458248FEA2EC}"/>
              </a:ext>
            </a:extLst>
          </p:cNvPr>
          <p:cNvSpPr/>
          <p:nvPr/>
        </p:nvSpPr>
        <p:spPr>
          <a:xfrm>
            <a:off x="18910516" y="240848"/>
            <a:ext cx="1436574" cy="1364062"/>
          </a:xfrm>
          <a:prstGeom prst="ellipse">
            <a:avLst/>
          </a:prstGeom>
          <a:solidFill>
            <a:srgbClr val="15608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FCAB3E0C-4381-8B07-79FA-F00C2FE241E4}"/>
              </a:ext>
            </a:extLst>
          </p:cNvPr>
          <p:cNvSpPr txBox="1"/>
          <p:nvPr/>
        </p:nvSpPr>
        <p:spPr>
          <a:xfrm>
            <a:off x="18044589" y="3941530"/>
            <a:ext cx="4621240" cy="769441"/>
          </a:xfrm>
          <a:prstGeom prst="rect">
            <a:avLst/>
          </a:prstGeom>
          <a:noFill/>
        </p:spPr>
        <p:txBody>
          <a:bodyPr wrap="square" rtlCol="0">
            <a:spAutoFit/>
          </a:bodyPr>
          <a:lstStyle/>
          <a:p>
            <a:r>
              <a:rPr lang="en-GB" sz="4400" dirty="0"/>
              <a:t>Sans serif  </a:t>
            </a:r>
          </a:p>
        </p:txBody>
      </p:sp>
    </p:spTree>
    <p:extLst>
      <p:ext uri="{BB962C8B-B14F-4D97-AF65-F5344CB8AC3E}">
        <p14:creationId xmlns:p14="http://schemas.microsoft.com/office/powerpoint/2010/main" val="3477542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FF9A-6727-3BD0-975A-974139A998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BC91D5E-759A-DC21-0E31-72F56FD4C0AE}"/>
              </a:ext>
            </a:extLst>
          </p:cNvPr>
          <p:cNvSpPr/>
          <p:nvPr/>
        </p:nvSpPr>
        <p:spPr>
          <a:xfrm>
            <a:off x="5920466" y="-124462"/>
            <a:ext cx="10580915" cy="12316462"/>
          </a:xfrm>
          <a:prstGeom prst="rect">
            <a:avLst/>
          </a:prstGeom>
          <a:solidFill>
            <a:srgbClr val="4079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F0ECC2B4-F5DE-8FA6-7B25-854E107BB0A1}"/>
              </a:ext>
            </a:extLst>
          </p:cNvPr>
          <p:cNvSpPr/>
          <p:nvPr/>
        </p:nvSpPr>
        <p:spPr>
          <a:xfrm>
            <a:off x="6222546" y="124462"/>
            <a:ext cx="9976757" cy="20900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18316101-A4CC-C902-E8B6-FEFEF54D3A97}"/>
              </a:ext>
            </a:extLst>
          </p:cNvPr>
          <p:cNvSpPr/>
          <p:nvPr/>
        </p:nvSpPr>
        <p:spPr>
          <a:xfrm>
            <a:off x="6188529" y="10330542"/>
            <a:ext cx="9976757" cy="18614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35D6FFD1-AC86-6679-A25D-1A714A616F44}"/>
              </a:ext>
            </a:extLst>
          </p:cNvPr>
          <p:cNvSpPr/>
          <p:nvPr/>
        </p:nvSpPr>
        <p:spPr>
          <a:xfrm>
            <a:off x="6222546" y="2718708"/>
            <a:ext cx="9976757" cy="248194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FF6C197C-CFD1-EB1E-E1FA-B2440C721B94}"/>
              </a:ext>
            </a:extLst>
          </p:cNvPr>
          <p:cNvSpPr/>
          <p:nvPr/>
        </p:nvSpPr>
        <p:spPr>
          <a:xfrm>
            <a:off x="6457949" y="1445079"/>
            <a:ext cx="9505950" cy="704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B6CD4F47-AEF2-DE1A-DE75-B682C62AB4E6}"/>
              </a:ext>
            </a:extLst>
          </p:cNvPr>
          <p:cNvSpPr txBox="1"/>
          <p:nvPr/>
        </p:nvSpPr>
        <p:spPr>
          <a:xfrm>
            <a:off x="6457949" y="1445079"/>
            <a:ext cx="2057401" cy="769441"/>
          </a:xfrm>
          <a:prstGeom prst="rect">
            <a:avLst/>
          </a:prstGeom>
          <a:noFill/>
        </p:spPr>
        <p:txBody>
          <a:bodyPr wrap="square" rtlCol="0">
            <a:spAutoFit/>
          </a:bodyPr>
          <a:lstStyle/>
          <a:p>
            <a:r>
              <a:rPr lang="en-GB" sz="4400" dirty="0"/>
              <a:t>HOME</a:t>
            </a:r>
          </a:p>
        </p:txBody>
      </p:sp>
      <p:cxnSp>
        <p:nvCxnSpPr>
          <p:cNvPr id="14" name="Straight Connector 13">
            <a:extLst>
              <a:ext uri="{FF2B5EF4-FFF2-40B4-BE49-F238E27FC236}">
                <a16:creationId xmlns:a16="http://schemas.microsoft.com/office/drawing/2014/main" id="{67794E4D-3F95-E538-1514-FC8360646F5B}"/>
              </a:ext>
            </a:extLst>
          </p:cNvPr>
          <p:cNvCxnSpPr/>
          <p:nvPr/>
        </p:nvCxnSpPr>
        <p:spPr>
          <a:xfrm>
            <a:off x="8191500" y="1445079"/>
            <a:ext cx="0" cy="70485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1E1EC74E-570D-FF05-87D8-8D0699EA9678}"/>
              </a:ext>
            </a:extLst>
          </p:cNvPr>
          <p:cNvCxnSpPr/>
          <p:nvPr/>
        </p:nvCxnSpPr>
        <p:spPr>
          <a:xfrm>
            <a:off x="101536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06E33C50-E61C-93EA-83E5-DFB71C103125}"/>
              </a:ext>
            </a:extLst>
          </p:cNvPr>
          <p:cNvSpPr txBox="1"/>
          <p:nvPr/>
        </p:nvSpPr>
        <p:spPr>
          <a:xfrm>
            <a:off x="8177220" y="1445079"/>
            <a:ext cx="2057401" cy="769441"/>
          </a:xfrm>
          <a:prstGeom prst="rect">
            <a:avLst/>
          </a:prstGeom>
          <a:noFill/>
        </p:spPr>
        <p:txBody>
          <a:bodyPr wrap="square" rtlCol="0">
            <a:spAutoFit/>
          </a:bodyPr>
          <a:lstStyle/>
          <a:p>
            <a:r>
              <a:rPr lang="en-GB" sz="4400" dirty="0"/>
              <a:t>ABOUT</a:t>
            </a:r>
          </a:p>
        </p:txBody>
      </p:sp>
      <p:cxnSp>
        <p:nvCxnSpPr>
          <p:cNvPr id="18" name="Straight Connector 17">
            <a:extLst>
              <a:ext uri="{FF2B5EF4-FFF2-40B4-BE49-F238E27FC236}">
                <a16:creationId xmlns:a16="http://schemas.microsoft.com/office/drawing/2014/main" id="{4477575D-6F84-EDD0-E7B2-FCFC84B3D3C1}"/>
              </a:ext>
            </a:extLst>
          </p:cNvPr>
          <p:cNvCxnSpPr/>
          <p:nvPr/>
        </p:nvCxnSpPr>
        <p:spPr>
          <a:xfrm>
            <a:off x="11791951" y="1411699"/>
            <a:ext cx="0" cy="704850"/>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4047BC5E-6149-9507-29C2-431C142A70C6}"/>
              </a:ext>
            </a:extLst>
          </p:cNvPr>
          <p:cNvSpPr txBox="1"/>
          <p:nvPr/>
        </p:nvSpPr>
        <p:spPr>
          <a:xfrm>
            <a:off x="10210801" y="1445080"/>
            <a:ext cx="1581150" cy="769441"/>
          </a:xfrm>
          <a:prstGeom prst="rect">
            <a:avLst/>
          </a:prstGeom>
          <a:noFill/>
        </p:spPr>
        <p:txBody>
          <a:bodyPr wrap="square" rtlCol="0">
            <a:spAutoFit/>
          </a:bodyPr>
          <a:lstStyle/>
          <a:p>
            <a:r>
              <a:rPr lang="en-GB" sz="4400" dirty="0"/>
              <a:t>DEVS</a:t>
            </a:r>
          </a:p>
        </p:txBody>
      </p:sp>
      <p:sp>
        <p:nvSpPr>
          <p:cNvPr id="20" name="TextBox 19">
            <a:extLst>
              <a:ext uri="{FF2B5EF4-FFF2-40B4-BE49-F238E27FC236}">
                <a16:creationId xmlns:a16="http://schemas.microsoft.com/office/drawing/2014/main" id="{1F782691-C6C2-F600-8EC0-A5D913D27AAD}"/>
              </a:ext>
            </a:extLst>
          </p:cNvPr>
          <p:cNvSpPr txBox="1"/>
          <p:nvPr/>
        </p:nvSpPr>
        <p:spPr>
          <a:xfrm>
            <a:off x="11872921" y="1411699"/>
            <a:ext cx="2057401" cy="769441"/>
          </a:xfrm>
          <a:prstGeom prst="rect">
            <a:avLst/>
          </a:prstGeom>
          <a:noFill/>
        </p:spPr>
        <p:txBody>
          <a:bodyPr wrap="square" rtlCol="0">
            <a:spAutoFit/>
          </a:bodyPr>
          <a:lstStyle/>
          <a:p>
            <a:r>
              <a:rPr lang="en-GB" sz="4400" dirty="0"/>
              <a:t>INFO</a:t>
            </a:r>
          </a:p>
        </p:txBody>
      </p:sp>
      <p:cxnSp>
        <p:nvCxnSpPr>
          <p:cNvPr id="21" name="Straight Connector 20">
            <a:extLst>
              <a:ext uri="{FF2B5EF4-FFF2-40B4-BE49-F238E27FC236}">
                <a16:creationId xmlns:a16="http://schemas.microsoft.com/office/drawing/2014/main" id="{5D69387C-F8C9-38AF-A183-2B363C7F351C}"/>
              </a:ext>
            </a:extLst>
          </p:cNvPr>
          <p:cNvCxnSpPr/>
          <p:nvPr/>
        </p:nvCxnSpPr>
        <p:spPr>
          <a:xfrm>
            <a:off x="133159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13D7E1AA-B50B-2720-DDDF-DD21BDD119ED}"/>
              </a:ext>
            </a:extLst>
          </p:cNvPr>
          <p:cNvSpPr txBox="1"/>
          <p:nvPr/>
        </p:nvSpPr>
        <p:spPr>
          <a:xfrm>
            <a:off x="13604078" y="1445079"/>
            <a:ext cx="3494311" cy="769441"/>
          </a:xfrm>
          <a:prstGeom prst="rect">
            <a:avLst/>
          </a:prstGeom>
          <a:noFill/>
        </p:spPr>
        <p:txBody>
          <a:bodyPr wrap="square" rtlCol="0">
            <a:spAutoFit/>
          </a:bodyPr>
          <a:lstStyle/>
          <a:p>
            <a:r>
              <a:rPr lang="en-GB" sz="4400" dirty="0"/>
              <a:t>SIGN UP</a:t>
            </a:r>
          </a:p>
        </p:txBody>
      </p:sp>
      <p:sp>
        <p:nvSpPr>
          <p:cNvPr id="26" name="TextBox 25">
            <a:extLst>
              <a:ext uri="{FF2B5EF4-FFF2-40B4-BE49-F238E27FC236}">
                <a16:creationId xmlns:a16="http://schemas.microsoft.com/office/drawing/2014/main" id="{7FBFD6A4-3F07-88C8-813F-1B2BA2CE05B4}"/>
              </a:ext>
            </a:extLst>
          </p:cNvPr>
          <p:cNvSpPr txBox="1"/>
          <p:nvPr/>
        </p:nvSpPr>
        <p:spPr>
          <a:xfrm>
            <a:off x="9205920" y="3625304"/>
            <a:ext cx="9825029" cy="769441"/>
          </a:xfrm>
          <a:prstGeom prst="rect">
            <a:avLst/>
          </a:prstGeom>
          <a:noFill/>
        </p:spPr>
        <p:txBody>
          <a:bodyPr wrap="square" rtlCol="0">
            <a:spAutoFit/>
          </a:bodyPr>
          <a:lstStyle/>
          <a:p>
            <a:r>
              <a:rPr lang="en-GB" sz="4400" dirty="0"/>
              <a:t>INFORMATION </a:t>
            </a:r>
          </a:p>
        </p:txBody>
      </p:sp>
      <p:sp>
        <p:nvSpPr>
          <p:cNvPr id="27" name="TextBox 26">
            <a:extLst>
              <a:ext uri="{FF2B5EF4-FFF2-40B4-BE49-F238E27FC236}">
                <a16:creationId xmlns:a16="http://schemas.microsoft.com/office/drawing/2014/main" id="{500B90B5-6443-3DE3-8F2B-C2235A106791}"/>
              </a:ext>
            </a:extLst>
          </p:cNvPr>
          <p:cNvSpPr txBox="1"/>
          <p:nvPr/>
        </p:nvSpPr>
        <p:spPr>
          <a:xfrm>
            <a:off x="6188529" y="10362475"/>
            <a:ext cx="9976757" cy="769441"/>
          </a:xfrm>
          <a:prstGeom prst="rect">
            <a:avLst/>
          </a:prstGeom>
          <a:noFill/>
        </p:spPr>
        <p:txBody>
          <a:bodyPr wrap="square" rtlCol="0">
            <a:spAutoFit/>
          </a:bodyPr>
          <a:lstStyle/>
          <a:p>
            <a:r>
              <a:rPr lang="en-GB" sz="4400" dirty="0"/>
              <a:t>LINKS TO SOCIAL MEDIA </a:t>
            </a:r>
          </a:p>
        </p:txBody>
      </p:sp>
      <p:sp>
        <p:nvSpPr>
          <p:cNvPr id="2" name="Rectangle 1">
            <a:extLst>
              <a:ext uri="{FF2B5EF4-FFF2-40B4-BE49-F238E27FC236}">
                <a16:creationId xmlns:a16="http://schemas.microsoft.com/office/drawing/2014/main" id="{30D63818-F5BA-FFEB-03C5-BC19D6AF3FE9}"/>
              </a:ext>
            </a:extLst>
          </p:cNvPr>
          <p:cNvSpPr/>
          <p:nvPr/>
        </p:nvSpPr>
        <p:spPr>
          <a:xfrm>
            <a:off x="6222546" y="7487649"/>
            <a:ext cx="9976757" cy="248194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37C678F3-FCB5-F94D-3DA3-E9BD8EB9F0E7}"/>
              </a:ext>
            </a:extLst>
          </p:cNvPr>
          <p:cNvSpPr txBox="1"/>
          <p:nvPr/>
        </p:nvSpPr>
        <p:spPr>
          <a:xfrm>
            <a:off x="9017807" y="8329836"/>
            <a:ext cx="9825029" cy="769441"/>
          </a:xfrm>
          <a:prstGeom prst="rect">
            <a:avLst/>
          </a:prstGeom>
          <a:noFill/>
        </p:spPr>
        <p:txBody>
          <a:bodyPr wrap="square" rtlCol="0">
            <a:spAutoFit/>
          </a:bodyPr>
          <a:lstStyle/>
          <a:p>
            <a:r>
              <a:rPr lang="en-GB" sz="4400" dirty="0"/>
              <a:t>INFORMATION </a:t>
            </a:r>
          </a:p>
        </p:txBody>
      </p:sp>
      <p:sp>
        <p:nvSpPr>
          <p:cNvPr id="5" name="TextBox 4">
            <a:extLst>
              <a:ext uri="{FF2B5EF4-FFF2-40B4-BE49-F238E27FC236}">
                <a16:creationId xmlns:a16="http://schemas.microsoft.com/office/drawing/2014/main" id="{66FE8F14-1304-A4F8-476B-A3DE402E6784}"/>
              </a:ext>
            </a:extLst>
          </p:cNvPr>
          <p:cNvSpPr txBox="1"/>
          <p:nvPr/>
        </p:nvSpPr>
        <p:spPr>
          <a:xfrm>
            <a:off x="6457949" y="5467350"/>
            <a:ext cx="9505950" cy="1779091"/>
          </a:xfrm>
          <a:prstGeom prst="rect">
            <a:avLst/>
          </a:prstGeom>
          <a:noFill/>
          <a:ln>
            <a:solidFill>
              <a:schemeClr val="tx1"/>
            </a:solidFill>
          </a:ln>
        </p:spPr>
        <p:txBody>
          <a:bodyPr wrap="square" rtlCol="0">
            <a:spAutoFit/>
          </a:bodyPr>
          <a:lstStyle/>
          <a:p>
            <a:endParaRPr lang="en-GB" dirty="0"/>
          </a:p>
        </p:txBody>
      </p:sp>
      <p:sp>
        <p:nvSpPr>
          <p:cNvPr id="7" name="TextBox 6">
            <a:extLst>
              <a:ext uri="{FF2B5EF4-FFF2-40B4-BE49-F238E27FC236}">
                <a16:creationId xmlns:a16="http://schemas.microsoft.com/office/drawing/2014/main" id="{01F8934C-A82D-6556-70DB-B3E54DC94A34}"/>
              </a:ext>
            </a:extLst>
          </p:cNvPr>
          <p:cNvSpPr txBox="1"/>
          <p:nvPr/>
        </p:nvSpPr>
        <p:spPr>
          <a:xfrm>
            <a:off x="9663120" y="5873567"/>
            <a:ext cx="3238501" cy="1107996"/>
          </a:xfrm>
          <a:prstGeom prst="rect">
            <a:avLst/>
          </a:prstGeom>
          <a:noFill/>
        </p:spPr>
        <p:txBody>
          <a:bodyPr wrap="square" rtlCol="0">
            <a:spAutoFit/>
          </a:bodyPr>
          <a:lstStyle/>
          <a:p>
            <a:r>
              <a:rPr lang="en-GB" sz="6600" dirty="0"/>
              <a:t>IMAGE</a:t>
            </a:r>
            <a:r>
              <a:rPr lang="en-GB" dirty="0"/>
              <a:t> </a:t>
            </a:r>
          </a:p>
        </p:txBody>
      </p:sp>
      <p:sp>
        <p:nvSpPr>
          <p:cNvPr id="11" name="TextBox 10">
            <a:extLst>
              <a:ext uri="{FF2B5EF4-FFF2-40B4-BE49-F238E27FC236}">
                <a16:creationId xmlns:a16="http://schemas.microsoft.com/office/drawing/2014/main" id="{598748D6-805B-528D-02D3-1F20941D0A44}"/>
              </a:ext>
            </a:extLst>
          </p:cNvPr>
          <p:cNvSpPr txBox="1"/>
          <p:nvPr/>
        </p:nvSpPr>
        <p:spPr>
          <a:xfrm>
            <a:off x="2423774" y="6360525"/>
            <a:ext cx="1731854" cy="769441"/>
          </a:xfrm>
          <a:prstGeom prst="rect">
            <a:avLst/>
          </a:prstGeom>
          <a:noFill/>
        </p:spPr>
        <p:txBody>
          <a:bodyPr wrap="square" rtlCol="0">
            <a:spAutoFit/>
          </a:bodyPr>
          <a:lstStyle/>
          <a:p>
            <a:r>
              <a:rPr lang="en-GB" sz="4400" dirty="0"/>
              <a:t>Image </a:t>
            </a:r>
          </a:p>
        </p:txBody>
      </p:sp>
      <p:cxnSp>
        <p:nvCxnSpPr>
          <p:cNvPr id="13" name="Straight Arrow Connector 12">
            <a:extLst>
              <a:ext uri="{FF2B5EF4-FFF2-40B4-BE49-F238E27FC236}">
                <a16:creationId xmlns:a16="http://schemas.microsoft.com/office/drawing/2014/main" id="{C36E4040-9073-0E41-AA44-C36745100D11}"/>
              </a:ext>
            </a:extLst>
          </p:cNvPr>
          <p:cNvCxnSpPr>
            <a:cxnSpLocks/>
          </p:cNvCxnSpPr>
          <p:nvPr/>
        </p:nvCxnSpPr>
        <p:spPr>
          <a:xfrm flipV="1">
            <a:off x="4275620" y="6473552"/>
            <a:ext cx="2062337" cy="4573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 name="TextBox 15">
            <a:extLst>
              <a:ext uri="{FF2B5EF4-FFF2-40B4-BE49-F238E27FC236}">
                <a16:creationId xmlns:a16="http://schemas.microsoft.com/office/drawing/2014/main" id="{383B6D9A-F4FB-2614-DC9A-530C4E7E2F27}"/>
              </a:ext>
            </a:extLst>
          </p:cNvPr>
          <p:cNvSpPr txBox="1"/>
          <p:nvPr/>
        </p:nvSpPr>
        <p:spPr>
          <a:xfrm>
            <a:off x="10253669" y="321587"/>
            <a:ext cx="2057401" cy="769441"/>
          </a:xfrm>
          <a:prstGeom prst="rect">
            <a:avLst/>
          </a:prstGeom>
          <a:noFill/>
        </p:spPr>
        <p:txBody>
          <a:bodyPr wrap="square" rtlCol="0">
            <a:spAutoFit/>
          </a:bodyPr>
          <a:lstStyle/>
          <a:p>
            <a:r>
              <a:rPr lang="en-GB" sz="4400" dirty="0"/>
              <a:t>INFO</a:t>
            </a:r>
          </a:p>
        </p:txBody>
      </p:sp>
      <p:sp>
        <p:nvSpPr>
          <p:cNvPr id="22" name="TextBox 21">
            <a:extLst>
              <a:ext uri="{FF2B5EF4-FFF2-40B4-BE49-F238E27FC236}">
                <a16:creationId xmlns:a16="http://schemas.microsoft.com/office/drawing/2014/main" id="{8FCF3BA2-1A06-2A85-C45D-B9C668A35123}"/>
              </a:ext>
            </a:extLst>
          </p:cNvPr>
          <p:cNvSpPr txBox="1"/>
          <p:nvPr/>
        </p:nvSpPr>
        <p:spPr>
          <a:xfrm>
            <a:off x="17098388" y="5726668"/>
            <a:ext cx="3856611" cy="830997"/>
          </a:xfrm>
          <a:prstGeom prst="rect">
            <a:avLst/>
          </a:prstGeom>
          <a:noFill/>
        </p:spPr>
        <p:txBody>
          <a:bodyPr wrap="square" rtlCol="0">
            <a:spAutoFit/>
          </a:bodyPr>
          <a:lstStyle/>
          <a:p>
            <a:r>
              <a:rPr lang="en-GB" sz="4800" dirty="0"/>
              <a:t>Margin: 18px</a:t>
            </a:r>
            <a:r>
              <a:rPr lang="en-GB" dirty="0"/>
              <a:t> </a:t>
            </a:r>
          </a:p>
        </p:txBody>
      </p:sp>
      <p:cxnSp>
        <p:nvCxnSpPr>
          <p:cNvPr id="23" name="Straight Arrow Connector 22">
            <a:extLst>
              <a:ext uri="{FF2B5EF4-FFF2-40B4-BE49-F238E27FC236}">
                <a16:creationId xmlns:a16="http://schemas.microsoft.com/office/drawing/2014/main" id="{55B1EE5B-97F9-6A69-214D-2E5858525469}"/>
              </a:ext>
            </a:extLst>
          </p:cNvPr>
          <p:cNvCxnSpPr>
            <a:cxnSpLocks/>
          </p:cNvCxnSpPr>
          <p:nvPr/>
        </p:nvCxnSpPr>
        <p:spPr>
          <a:xfrm flipH="1" flipV="1">
            <a:off x="15487650" y="6096000"/>
            <a:ext cx="1610738" cy="1346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87A0B4DE-15C1-635C-8AB6-155BAC2A34C5}"/>
              </a:ext>
            </a:extLst>
          </p:cNvPr>
          <p:cNvSpPr txBox="1"/>
          <p:nvPr/>
        </p:nvSpPr>
        <p:spPr>
          <a:xfrm>
            <a:off x="17098388" y="10083135"/>
            <a:ext cx="3856611" cy="369332"/>
          </a:xfrm>
          <a:prstGeom prst="rect">
            <a:avLst/>
          </a:prstGeom>
          <a:noFill/>
        </p:spPr>
        <p:txBody>
          <a:bodyPr wrap="square" rtlCol="0">
            <a:spAutoFit/>
          </a:bodyPr>
          <a:lstStyle/>
          <a:p>
            <a:r>
              <a:rPr lang="en-GB" dirty="0"/>
              <a:t> </a:t>
            </a:r>
          </a:p>
        </p:txBody>
      </p:sp>
      <p:sp>
        <p:nvSpPr>
          <p:cNvPr id="25" name="Oval 24">
            <a:extLst>
              <a:ext uri="{FF2B5EF4-FFF2-40B4-BE49-F238E27FC236}">
                <a16:creationId xmlns:a16="http://schemas.microsoft.com/office/drawing/2014/main" id="{6EBC81F3-1CE8-A98A-A925-3D332880E1C2}"/>
              </a:ext>
            </a:extLst>
          </p:cNvPr>
          <p:cNvSpPr/>
          <p:nvPr/>
        </p:nvSpPr>
        <p:spPr>
          <a:xfrm>
            <a:off x="17098388" y="240848"/>
            <a:ext cx="1436574" cy="1364062"/>
          </a:xfrm>
          <a:prstGeom prst="ellipse">
            <a:avLst/>
          </a:prstGeom>
          <a:solidFill>
            <a:srgbClr val="12586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202F6557-30A0-78AC-E915-40DD7F407911}"/>
              </a:ext>
            </a:extLst>
          </p:cNvPr>
          <p:cNvSpPr/>
          <p:nvPr/>
        </p:nvSpPr>
        <p:spPr>
          <a:xfrm>
            <a:off x="18910516" y="240848"/>
            <a:ext cx="1436574" cy="1364062"/>
          </a:xfrm>
          <a:prstGeom prst="ellipse">
            <a:avLst/>
          </a:prstGeom>
          <a:solidFill>
            <a:srgbClr val="15608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CD9DFA42-2971-ADA5-C5F8-58000C4AF454}"/>
              </a:ext>
            </a:extLst>
          </p:cNvPr>
          <p:cNvSpPr txBox="1"/>
          <p:nvPr/>
        </p:nvSpPr>
        <p:spPr>
          <a:xfrm>
            <a:off x="17556449" y="3476410"/>
            <a:ext cx="3856611" cy="830997"/>
          </a:xfrm>
          <a:prstGeom prst="rect">
            <a:avLst/>
          </a:prstGeom>
          <a:noFill/>
        </p:spPr>
        <p:txBody>
          <a:bodyPr wrap="square" rtlCol="0">
            <a:spAutoFit/>
          </a:bodyPr>
          <a:lstStyle/>
          <a:p>
            <a:r>
              <a:rPr lang="en-GB" sz="4800" dirty="0"/>
              <a:t>Margin:15px</a:t>
            </a:r>
            <a:endParaRPr lang="en-GB" dirty="0"/>
          </a:p>
        </p:txBody>
      </p:sp>
      <p:cxnSp>
        <p:nvCxnSpPr>
          <p:cNvPr id="33" name="Straight Arrow Connector 32">
            <a:extLst>
              <a:ext uri="{FF2B5EF4-FFF2-40B4-BE49-F238E27FC236}">
                <a16:creationId xmlns:a16="http://schemas.microsoft.com/office/drawing/2014/main" id="{2950A96C-743E-78FB-3469-1A3FEDCE134E}"/>
              </a:ext>
            </a:extLst>
          </p:cNvPr>
          <p:cNvCxnSpPr>
            <a:cxnSpLocks/>
          </p:cNvCxnSpPr>
          <p:nvPr/>
        </p:nvCxnSpPr>
        <p:spPr>
          <a:xfrm flipH="1" flipV="1">
            <a:off x="15945711" y="3845742"/>
            <a:ext cx="1610738" cy="1346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9264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A3C46-A222-0418-C0FC-73B1560B134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F6141C-5A26-7BCE-27F3-0ECE9BC30B1C}"/>
              </a:ext>
            </a:extLst>
          </p:cNvPr>
          <p:cNvSpPr/>
          <p:nvPr/>
        </p:nvSpPr>
        <p:spPr>
          <a:xfrm>
            <a:off x="5920466" y="-124462"/>
            <a:ext cx="10580915" cy="12316462"/>
          </a:xfrm>
          <a:prstGeom prst="rect">
            <a:avLst/>
          </a:prstGeom>
          <a:solidFill>
            <a:srgbClr val="4079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FD853D3B-54FD-8864-A83A-2042A96E7B0F}"/>
              </a:ext>
            </a:extLst>
          </p:cNvPr>
          <p:cNvSpPr/>
          <p:nvPr/>
        </p:nvSpPr>
        <p:spPr>
          <a:xfrm>
            <a:off x="6222546" y="124462"/>
            <a:ext cx="9976757" cy="20900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1463BEFD-1455-6436-002A-74E927BEAC71}"/>
              </a:ext>
            </a:extLst>
          </p:cNvPr>
          <p:cNvSpPr/>
          <p:nvPr/>
        </p:nvSpPr>
        <p:spPr>
          <a:xfrm>
            <a:off x="6188529" y="10330542"/>
            <a:ext cx="9976757" cy="18614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ECEDC0E1-3484-62A6-C3C5-2DBE5323C391}"/>
              </a:ext>
            </a:extLst>
          </p:cNvPr>
          <p:cNvSpPr/>
          <p:nvPr/>
        </p:nvSpPr>
        <p:spPr>
          <a:xfrm>
            <a:off x="6222546" y="2718708"/>
            <a:ext cx="9976757" cy="233226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24C614AE-DCC6-EE18-3152-0AE6A82EF84B}"/>
              </a:ext>
            </a:extLst>
          </p:cNvPr>
          <p:cNvSpPr/>
          <p:nvPr/>
        </p:nvSpPr>
        <p:spPr>
          <a:xfrm>
            <a:off x="6457949" y="1445079"/>
            <a:ext cx="9505950" cy="704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AA7B1815-2ABF-D87A-CFE0-338627612C75}"/>
              </a:ext>
            </a:extLst>
          </p:cNvPr>
          <p:cNvSpPr txBox="1"/>
          <p:nvPr/>
        </p:nvSpPr>
        <p:spPr>
          <a:xfrm>
            <a:off x="6457949" y="1445079"/>
            <a:ext cx="2057401" cy="769441"/>
          </a:xfrm>
          <a:prstGeom prst="rect">
            <a:avLst/>
          </a:prstGeom>
          <a:noFill/>
        </p:spPr>
        <p:txBody>
          <a:bodyPr wrap="square" rtlCol="0">
            <a:spAutoFit/>
          </a:bodyPr>
          <a:lstStyle/>
          <a:p>
            <a:r>
              <a:rPr lang="en-GB" sz="4400" dirty="0"/>
              <a:t>HOME</a:t>
            </a:r>
          </a:p>
        </p:txBody>
      </p:sp>
      <p:cxnSp>
        <p:nvCxnSpPr>
          <p:cNvPr id="14" name="Straight Connector 13">
            <a:extLst>
              <a:ext uri="{FF2B5EF4-FFF2-40B4-BE49-F238E27FC236}">
                <a16:creationId xmlns:a16="http://schemas.microsoft.com/office/drawing/2014/main" id="{B2232574-367A-16B7-0A6B-1D9A19F24CB1}"/>
              </a:ext>
            </a:extLst>
          </p:cNvPr>
          <p:cNvCxnSpPr/>
          <p:nvPr/>
        </p:nvCxnSpPr>
        <p:spPr>
          <a:xfrm>
            <a:off x="8191500" y="1445079"/>
            <a:ext cx="0" cy="70485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46B43F2E-654E-43B9-71DC-E5BD5C498BD7}"/>
              </a:ext>
            </a:extLst>
          </p:cNvPr>
          <p:cNvCxnSpPr/>
          <p:nvPr/>
        </p:nvCxnSpPr>
        <p:spPr>
          <a:xfrm>
            <a:off x="101536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C3DF273A-193B-179E-3C1B-44A48C72DCD3}"/>
              </a:ext>
            </a:extLst>
          </p:cNvPr>
          <p:cNvSpPr txBox="1"/>
          <p:nvPr/>
        </p:nvSpPr>
        <p:spPr>
          <a:xfrm>
            <a:off x="8177220" y="1445079"/>
            <a:ext cx="2057401" cy="769441"/>
          </a:xfrm>
          <a:prstGeom prst="rect">
            <a:avLst/>
          </a:prstGeom>
          <a:noFill/>
        </p:spPr>
        <p:txBody>
          <a:bodyPr wrap="square" rtlCol="0">
            <a:spAutoFit/>
          </a:bodyPr>
          <a:lstStyle/>
          <a:p>
            <a:r>
              <a:rPr lang="en-GB" sz="4400" dirty="0"/>
              <a:t>ABOUT</a:t>
            </a:r>
          </a:p>
        </p:txBody>
      </p:sp>
      <p:cxnSp>
        <p:nvCxnSpPr>
          <p:cNvPr id="18" name="Straight Connector 17">
            <a:extLst>
              <a:ext uri="{FF2B5EF4-FFF2-40B4-BE49-F238E27FC236}">
                <a16:creationId xmlns:a16="http://schemas.microsoft.com/office/drawing/2014/main" id="{FEF62F5C-EC8A-07E1-B71A-A056EF55D855}"/>
              </a:ext>
            </a:extLst>
          </p:cNvPr>
          <p:cNvCxnSpPr/>
          <p:nvPr/>
        </p:nvCxnSpPr>
        <p:spPr>
          <a:xfrm>
            <a:off x="11791951" y="1411699"/>
            <a:ext cx="0" cy="704850"/>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A78DCAEA-EC7A-E896-EEDD-BC80E7C68C01}"/>
              </a:ext>
            </a:extLst>
          </p:cNvPr>
          <p:cNvSpPr txBox="1"/>
          <p:nvPr/>
        </p:nvSpPr>
        <p:spPr>
          <a:xfrm>
            <a:off x="10210801" y="1445080"/>
            <a:ext cx="1581150" cy="769441"/>
          </a:xfrm>
          <a:prstGeom prst="rect">
            <a:avLst/>
          </a:prstGeom>
          <a:noFill/>
        </p:spPr>
        <p:txBody>
          <a:bodyPr wrap="square" rtlCol="0">
            <a:spAutoFit/>
          </a:bodyPr>
          <a:lstStyle/>
          <a:p>
            <a:r>
              <a:rPr lang="en-GB" sz="4400" dirty="0"/>
              <a:t>DEVS</a:t>
            </a:r>
          </a:p>
        </p:txBody>
      </p:sp>
      <p:sp>
        <p:nvSpPr>
          <p:cNvPr id="20" name="TextBox 19">
            <a:extLst>
              <a:ext uri="{FF2B5EF4-FFF2-40B4-BE49-F238E27FC236}">
                <a16:creationId xmlns:a16="http://schemas.microsoft.com/office/drawing/2014/main" id="{BF587CCF-A7D1-6A9C-3EEE-CB47E672BD5B}"/>
              </a:ext>
            </a:extLst>
          </p:cNvPr>
          <p:cNvSpPr txBox="1"/>
          <p:nvPr/>
        </p:nvSpPr>
        <p:spPr>
          <a:xfrm>
            <a:off x="11872921" y="1411699"/>
            <a:ext cx="2057401" cy="769441"/>
          </a:xfrm>
          <a:prstGeom prst="rect">
            <a:avLst/>
          </a:prstGeom>
          <a:noFill/>
        </p:spPr>
        <p:txBody>
          <a:bodyPr wrap="square" rtlCol="0">
            <a:spAutoFit/>
          </a:bodyPr>
          <a:lstStyle/>
          <a:p>
            <a:r>
              <a:rPr lang="en-GB" sz="4400" dirty="0"/>
              <a:t>INFO</a:t>
            </a:r>
          </a:p>
        </p:txBody>
      </p:sp>
      <p:cxnSp>
        <p:nvCxnSpPr>
          <p:cNvPr id="21" name="Straight Connector 20">
            <a:extLst>
              <a:ext uri="{FF2B5EF4-FFF2-40B4-BE49-F238E27FC236}">
                <a16:creationId xmlns:a16="http://schemas.microsoft.com/office/drawing/2014/main" id="{CDE09A49-C83A-3D74-72F6-46F1765D3BD2}"/>
              </a:ext>
            </a:extLst>
          </p:cNvPr>
          <p:cNvCxnSpPr/>
          <p:nvPr/>
        </p:nvCxnSpPr>
        <p:spPr>
          <a:xfrm>
            <a:off x="133159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F62CA70A-84ED-F4B5-F4AB-B5913FD11F10}"/>
              </a:ext>
            </a:extLst>
          </p:cNvPr>
          <p:cNvSpPr txBox="1"/>
          <p:nvPr/>
        </p:nvSpPr>
        <p:spPr>
          <a:xfrm>
            <a:off x="13604078" y="1445079"/>
            <a:ext cx="3494311" cy="769441"/>
          </a:xfrm>
          <a:prstGeom prst="rect">
            <a:avLst/>
          </a:prstGeom>
          <a:noFill/>
        </p:spPr>
        <p:txBody>
          <a:bodyPr wrap="square" rtlCol="0">
            <a:spAutoFit/>
          </a:bodyPr>
          <a:lstStyle/>
          <a:p>
            <a:r>
              <a:rPr lang="en-GB" sz="4400" dirty="0"/>
              <a:t>SIGN UP</a:t>
            </a:r>
          </a:p>
        </p:txBody>
      </p:sp>
      <p:sp>
        <p:nvSpPr>
          <p:cNvPr id="25" name="TextBox 24">
            <a:extLst>
              <a:ext uri="{FF2B5EF4-FFF2-40B4-BE49-F238E27FC236}">
                <a16:creationId xmlns:a16="http://schemas.microsoft.com/office/drawing/2014/main" id="{DC94020D-AA7A-D301-2A6D-718B5D5A7C10}"/>
              </a:ext>
            </a:extLst>
          </p:cNvPr>
          <p:cNvSpPr txBox="1"/>
          <p:nvPr/>
        </p:nvSpPr>
        <p:spPr>
          <a:xfrm>
            <a:off x="10763250" y="400050"/>
            <a:ext cx="2057401" cy="769441"/>
          </a:xfrm>
          <a:prstGeom prst="rect">
            <a:avLst/>
          </a:prstGeom>
          <a:noFill/>
        </p:spPr>
        <p:txBody>
          <a:bodyPr wrap="square" rtlCol="0">
            <a:spAutoFit/>
          </a:bodyPr>
          <a:lstStyle/>
          <a:p>
            <a:r>
              <a:rPr lang="en-GB" sz="4400" dirty="0"/>
              <a:t>DEVS</a:t>
            </a:r>
          </a:p>
        </p:txBody>
      </p:sp>
      <p:sp>
        <p:nvSpPr>
          <p:cNvPr id="26" name="TextBox 25">
            <a:extLst>
              <a:ext uri="{FF2B5EF4-FFF2-40B4-BE49-F238E27FC236}">
                <a16:creationId xmlns:a16="http://schemas.microsoft.com/office/drawing/2014/main" id="{8F90183B-0EB6-A8EB-84C6-F243E9F6E2BC}"/>
              </a:ext>
            </a:extLst>
          </p:cNvPr>
          <p:cNvSpPr txBox="1"/>
          <p:nvPr/>
        </p:nvSpPr>
        <p:spPr>
          <a:xfrm>
            <a:off x="9153541" y="6096000"/>
            <a:ext cx="9825029" cy="769441"/>
          </a:xfrm>
          <a:prstGeom prst="rect">
            <a:avLst/>
          </a:prstGeom>
          <a:noFill/>
        </p:spPr>
        <p:txBody>
          <a:bodyPr wrap="square" rtlCol="0">
            <a:spAutoFit/>
          </a:bodyPr>
          <a:lstStyle/>
          <a:p>
            <a:r>
              <a:rPr lang="en-GB" sz="4400" dirty="0"/>
              <a:t>INFORMATION </a:t>
            </a:r>
          </a:p>
        </p:txBody>
      </p:sp>
      <p:sp>
        <p:nvSpPr>
          <p:cNvPr id="27" name="TextBox 26">
            <a:extLst>
              <a:ext uri="{FF2B5EF4-FFF2-40B4-BE49-F238E27FC236}">
                <a16:creationId xmlns:a16="http://schemas.microsoft.com/office/drawing/2014/main" id="{9B3B5C52-77D8-D05F-D9EE-A8F1479BA686}"/>
              </a:ext>
            </a:extLst>
          </p:cNvPr>
          <p:cNvSpPr txBox="1"/>
          <p:nvPr/>
        </p:nvSpPr>
        <p:spPr>
          <a:xfrm>
            <a:off x="6188529" y="10362475"/>
            <a:ext cx="9976757" cy="769441"/>
          </a:xfrm>
          <a:prstGeom prst="rect">
            <a:avLst/>
          </a:prstGeom>
          <a:noFill/>
        </p:spPr>
        <p:txBody>
          <a:bodyPr wrap="square" rtlCol="0">
            <a:spAutoFit/>
          </a:bodyPr>
          <a:lstStyle/>
          <a:p>
            <a:r>
              <a:rPr lang="en-GB" sz="4400" dirty="0"/>
              <a:t>LINKS TO SOCIAL MEDIA </a:t>
            </a:r>
          </a:p>
        </p:txBody>
      </p:sp>
      <p:sp>
        <p:nvSpPr>
          <p:cNvPr id="2" name="Rectangle 1">
            <a:extLst>
              <a:ext uri="{FF2B5EF4-FFF2-40B4-BE49-F238E27FC236}">
                <a16:creationId xmlns:a16="http://schemas.microsoft.com/office/drawing/2014/main" id="{4252ACEE-B8EA-01F0-B71D-F83516DF3305}"/>
              </a:ext>
            </a:extLst>
          </p:cNvPr>
          <p:cNvSpPr/>
          <p:nvPr/>
        </p:nvSpPr>
        <p:spPr>
          <a:xfrm>
            <a:off x="6260646" y="5218888"/>
            <a:ext cx="9976757" cy="233226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601717BC-1CF4-BA19-C757-C0E4F8378330}"/>
              </a:ext>
            </a:extLst>
          </p:cNvPr>
          <p:cNvSpPr/>
          <p:nvPr/>
        </p:nvSpPr>
        <p:spPr>
          <a:xfrm>
            <a:off x="6222546" y="7719068"/>
            <a:ext cx="9976757" cy="233226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A747D3E1-43D9-F134-6719-71ED451349D6}"/>
              </a:ext>
            </a:extLst>
          </p:cNvPr>
          <p:cNvSpPr txBox="1"/>
          <p:nvPr/>
        </p:nvSpPr>
        <p:spPr>
          <a:xfrm>
            <a:off x="9858390" y="2804863"/>
            <a:ext cx="9825029" cy="1446550"/>
          </a:xfrm>
          <a:prstGeom prst="rect">
            <a:avLst/>
          </a:prstGeom>
          <a:noFill/>
        </p:spPr>
        <p:txBody>
          <a:bodyPr wrap="square" rtlCol="0">
            <a:spAutoFit/>
          </a:bodyPr>
          <a:lstStyle/>
          <a:p>
            <a:r>
              <a:rPr lang="en-GB" sz="4400" dirty="0"/>
              <a:t>DEV NAME</a:t>
            </a:r>
          </a:p>
          <a:p>
            <a:r>
              <a:rPr lang="en-GB" sz="4400" dirty="0"/>
              <a:t>DEV INFORMATION   </a:t>
            </a:r>
          </a:p>
        </p:txBody>
      </p:sp>
      <p:sp>
        <p:nvSpPr>
          <p:cNvPr id="13" name="Rectangle 12">
            <a:extLst>
              <a:ext uri="{FF2B5EF4-FFF2-40B4-BE49-F238E27FC236}">
                <a16:creationId xmlns:a16="http://schemas.microsoft.com/office/drawing/2014/main" id="{A87E4820-13C8-9046-D665-C2E28723C47C}"/>
              </a:ext>
            </a:extLst>
          </p:cNvPr>
          <p:cNvSpPr/>
          <p:nvPr/>
        </p:nvSpPr>
        <p:spPr>
          <a:xfrm>
            <a:off x="6516468" y="3027041"/>
            <a:ext cx="3048001" cy="1827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591F5C20-CF40-81F6-0867-DAB509D2CBEA}"/>
              </a:ext>
            </a:extLst>
          </p:cNvPr>
          <p:cNvSpPr txBox="1"/>
          <p:nvPr/>
        </p:nvSpPr>
        <p:spPr>
          <a:xfrm>
            <a:off x="6566135" y="3624402"/>
            <a:ext cx="5306786" cy="584775"/>
          </a:xfrm>
          <a:prstGeom prst="rect">
            <a:avLst/>
          </a:prstGeom>
          <a:noFill/>
        </p:spPr>
        <p:txBody>
          <a:bodyPr wrap="square" rtlCol="0">
            <a:spAutoFit/>
          </a:bodyPr>
          <a:lstStyle/>
          <a:p>
            <a:r>
              <a:rPr lang="en-GB" sz="3200" dirty="0"/>
              <a:t>PHOTO OF DEV</a:t>
            </a:r>
          </a:p>
        </p:txBody>
      </p:sp>
      <p:sp>
        <p:nvSpPr>
          <p:cNvPr id="22" name="Rectangle 21">
            <a:extLst>
              <a:ext uri="{FF2B5EF4-FFF2-40B4-BE49-F238E27FC236}">
                <a16:creationId xmlns:a16="http://schemas.microsoft.com/office/drawing/2014/main" id="{FF85135B-FC32-D5F9-2578-E66BD6C53FAC}"/>
              </a:ext>
            </a:extLst>
          </p:cNvPr>
          <p:cNvSpPr/>
          <p:nvPr/>
        </p:nvSpPr>
        <p:spPr>
          <a:xfrm>
            <a:off x="6260646" y="5218888"/>
            <a:ext cx="9976757" cy="233226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5925BCDB-7CC0-2478-1264-136C379697E7}"/>
              </a:ext>
            </a:extLst>
          </p:cNvPr>
          <p:cNvSpPr/>
          <p:nvPr/>
        </p:nvSpPr>
        <p:spPr>
          <a:xfrm>
            <a:off x="6554568" y="5527221"/>
            <a:ext cx="3048001" cy="1827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73014AD2-EE26-7BF2-E03F-612029E39FFD}"/>
              </a:ext>
            </a:extLst>
          </p:cNvPr>
          <p:cNvSpPr txBox="1"/>
          <p:nvPr/>
        </p:nvSpPr>
        <p:spPr>
          <a:xfrm>
            <a:off x="6604235" y="6124582"/>
            <a:ext cx="5306786" cy="584775"/>
          </a:xfrm>
          <a:prstGeom prst="rect">
            <a:avLst/>
          </a:prstGeom>
          <a:noFill/>
        </p:spPr>
        <p:txBody>
          <a:bodyPr wrap="square" rtlCol="0">
            <a:spAutoFit/>
          </a:bodyPr>
          <a:lstStyle/>
          <a:p>
            <a:r>
              <a:rPr lang="en-GB" sz="3200" dirty="0"/>
              <a:t>PHOTO OF DEV</a:t>
            </a:r>
          </a:p>
        </p:txBody>
      </p:sp>
      <p:sp>
        <p:nvSpPr>
          <p:cNvPr id="29" name="Rectangle 28">
            <a:extLst>
              <a:ext uri="{FF2B5EF4-FFF2-40B4-BE49-F238E27FC236}">
                <a16:creationId xmlns:a16="http://schemas.microsoft.com/office/drawing/2014/main" id="{BD5D1D65-2FD5-3573-7BF3-E74DE820C862}"/>
              </a:ext>
            </a:extLst>
          </p:cNvPr>
          <p:cNvSpPr/>
          <p:nvPr/>
        </p:nvSpPr>
        <p:spPr>
          <a:xfrm>
            <a:off x="6222546" y="7719068"/>
            <a:ext cx="9976757" cy="233226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Rectangle 29">
            <a:extLst>
              <a:ext uri="{FF2B5EF4-FFF2-40B4-BE49-F238E27FC236}">
                <a16:creationId xmlns:a16="http://schemas.microsoft.com/office/drawing/2014/main" id="{F974FBDD-7F20-33A2-5532-6B36353D1059}"/>
              </a:ext>
            </a:extLst>
          </p:cNvPr>
          <p:cNvSpPr/>
          <p:nvPr/>
        </p:nvSpPr>
        <p:spPr>
          <a:xfrm>
            <a:off x="6516468" y="8027401"/>
            <a:ext cx="3048001" cy="1827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84DC1908-BD56-A336-43DB-F502008D1B17}"/>
              </a:ext>
            </a:extLst>
          </p:cNvPr>
          <p:cNvSpPr txBox="1"/>
          <p:nvPr/>
        </p:nvSpPr>
        <p:spPr>
          <a:xfrm>
            <a:off x="6566135" y="8624762"/>
            <a:ext cx="5306786" cy="584775"/>
          </a:xfrm>
          <a:prstGeom prst="rect">
            <a:avLst/>
          </a:prstGeom>
          <a:noFill/>
        </p:spPr>
        <p:txBody>
          <a:bodyPr wrap="square" rtlCol="0">
            <a:spAutoFit/>
          </a:bodyPr>
          <a:lstStyle/>
          <a:p>
            <a:r>
              <a:rPr lang="en-GB" sz="3200" dirty="0"/>
              <a:t>PHOTO OF DEV</a:t>
            </a:r>
          </a:p>
        </p:txBody>
      </p:sp>
      <p:sp>
        <p:nvSpPr>
          <p:cNvPr id="32" name="TextBox 31">
            <a:extLst>
              <a:ext uri="{FF2B5EF4-FFF2-40B4-BE49-F238E27FC236}">
                <a16:creationId xmlns:a16="http://schemas.microsoft.com/office/drawing/2014/main" id="{5E5C02CD-EC3F-C659-D2CD-BB271CEB20CE}"/>
              </a:ext>
            </a:extLst>
          </p:cNvPr>
          <p:cNvSpPr txBox="1"/>
          <p:nvPr/>
        </p:nvSpPr>
        <p:spPr>
          <a:xfrm>
            <a:off x="9729791" y="5281018"/>
            <a:ext cx="9825029" cy="1446550"/>
          </a:xfrm>
          <a:prstGeom prst="rect">
            <a:avLst/>
          </a:prstGeom>
          <a:noFill/>
        </p:spPr>
        <p:txBody>
          <a:bodyPr wrap="square" rtlCol="0">
            <a:spAutoFit/>
          </a:bodyPr>
          <a:lstStyle/>
          <a:p>
            <a:r>
              <a:rPr lang="en-GB" sz="4400" dirty="0"/>
              <a:t>DEV NAME</a:t>
            </a:r>
          </a:p>
          <a:p>
            <a:r>
              <a:rPr lang="en-GB" sz="4400" dirty="0"/>
              <a:t>DEV INFORMATION   </a:t>
            </a:r>
          </a:p>
        </p:txBody>
      </p:sp>
      <p:sp>
        <p:nvSpPr>
          <p:cNvPr id="33" name="TextBox 32">
            <a:extLst>
              <a:ext uri="{FF2B5EF4-FFF2-40B4-BE49-F238E27FC236}">
                <a16:creationId xmlns:a16="http://schemas.microsoft.com/office/drawing/2014/main" id="{6F98FF78-FDFF-1024-367F-C7B44C38ABE6}"/>
              </a:ext>
            </a:extLst>
          </p:cNvPr>
          <p:cNvSpPr txBox="1"/>
          <p:nvPr/>
        </p:nvSpPr>
        <p:spPr>
          <a:xfrm>
            <a:off x="9691691" y="7857480"/>
            <a:ext cx="9825029" cy="1446550"/>
          </a:xfrm>
          <a:prstGeom prst="rect">
            <a:avLst/>
          </a:prstGeom>
          <a:noFill/>
        </p:spPr>
        <p:txBody>
          <a:bodyPr wrap="square" rtlCol="0">
            <a:spAutoFit/>
          </a:bodyPr>
          <a:lstStyle/>
          <a:p>
            <a:r>
              <a:rPr lang="en-GB" sz="4400" dirty="0"/>
              <a:t>DEV NAME</a:t>
            </a:r>
          </a:p>
          <a:p>
            <a:r>
              <a:rPr lang="en-GB" sz="4400" dirty="0"/>
              <a:t>DEV INFORMATION   </a:t>
            </a:r>
          </a:p>
        </p:txBody>
      </p:sp>
      <p:sp>
        <p:nvSpPr>
          <p:cNvPr id="34" name="Rectangle 33">
            <a:extLst>
              <a:ext uri="{FF2B5EF4-FFF2-40B4-BE49-F238E27FC236}">
                <a16:creationId xmlns:a16="http://schemas.microsoft.com/office/drawing/2014/main" id="{FFD51BCE-A953-91F7-AA13-F8F7C4B13892}"/>
              </a:ext>
            </a:extLst>
          </p:cNvPr>
          <p:cNvSpPr/>
          <p:nvPr/>
        </p:nvSpPr>
        <p:spPr>
          <a:xfrm>
            <a:off x="9851921" y="4123544"/>
            <a:ext cx="2355405" cy="8415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6687E895-7EA5-4530-7DA5-6F6367D167BE}"/>
              </a:ext>
            </a:extLst>
          </p:cNvPr>
          <p:cNvSpPr txBox="1"/>
          <p:nvPr/>
        </p:nvSpPr>
        <p:spPr>
          <a:xfrm>
            <a:off x="9977785" y="4208116"/>
            <a:ext cx="2146542" cy="584775"/>
          </a:xfrm>
          <a:prstGeom prst="rect">
            <a:avLst/>
          </a:prstGeom>
          <a:noFill/>
        </p:spPr>
        <p:txBody>
          <a:bodyPr wrap="square" rtlCol="0">
            <a:spAutoFit/>
          </a:bodyPr>
          <a:lstStyle/>
          <a:p>
            <a:r>
              <a:rPr lang="en-GB" sz="3200" dirty="0"/>
              <a:t>Full profile </a:t>
            </a:r>
          </a:p>
        </p:txBody>
      </p:sp>
      <p:sp>
        <p:nvSpPr>
          <p:cNvPr id="40" name="Rectangle 39">
            <a:extLst>
              <a:ext uri="{FF2B5EF4-FFF2-40B4-BE49-F238E27FC236}">
                <a16:creationId xmlns:a16="http://schemas.microsoft.com/office/drawing/2014/main" id="{02692E90-FCC4-66ED-ED08-4EADD1EC859C}"/>
              </a:ext>
            </a:extLst>
          </p:cNvPr>
          <p:cNvSpPr/>
          <p:nvPr/>
        </p:nvSpPr>
        <p:spPr>
          <a:xfrm>
            <a:off x="9799165" y="6543252"/>
            <a:ext cx="2355405" cy="8415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A05DBFCE-52C2-5C9B-2C28-17C557C19595}"/>
              </a:ext>
            </a:extLst>
          </p:cNvPr>
          <p:cNvSpPr txBox="1"/>
          <p:nvPr/>
        </p:nvSpPr>
        <p:spPr>
          <a:xfrm>
            <a:off x="9925029" y="6627824"/>
            <a:ext cx="2146542" cy="584775"/>
          </a:xfrm>
          <a:prstGeom prst="rect">
            <a:avLst/>
          </a:prstGeom>
          <a:noFill/>
        </p:spPr>
        <p:txBody>
          <a:bodyPr wrap="square" rtlCol="0">
            <a:spAutoFit/>
          </a:bodyPr>
          <a:lstStyle/>
          <a:p>
            <a:r>
              <a:rPr lang="en-GB" sz="3200" dirty="0"/>
              <a:t>Full profile </a:t>
            </a:r>
          </a:p>
        </p:txBody>
      </p:sp>
      <p:sp>
        <p:nvSpPr>
          <p:cNvPr id="42" name="Rectangle 41">
            <a:extLst>
              <a:ext uri="{FF2B5EF4-FFF2-40B4-BE49-F238E27FC236}">
                <a16:creationId xmlns:a16="http://schemas.microsoft.com/office/drawing/2014/main" id="{421975AB-CD2E-1082-6FC2-534ADBDF776A}"/>
              </a:ext>
            </a:extLst>
          </p:cNvPr>
          <p:cNvSpPr/>
          <p:nvPr/>
        </p:nvSpPr>
        <p:spPr>
          <a:xfrm>
            <a:off x="9682839" y="9116787"/>
            <a:ext cx="2355405" cy="8415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874DD0BA-675A-EABF-1ADC-2944BE10BD13}"/>
              </a:ext>
            </a:extLst>
          </p:cNvPr>
          <p:cNvSpPr txBox="1"/>
          <p:nvPr/>
        </p:nvSpPr>
        <p:spPr>
          <a:xfrm>
            <a:off x="9808703" y="9201359"/>
            <a:ext cx="2146542" cy="584775"/>
          </a:xfrm>
          <a:prstGeom prst="rect">
            <a:avLst/>
          </a:prstGeom>
          <a:noFill/>
        </p:spPr>
        <p:txBody>
          <a:bodyPr wrap="square" rtlCol="0">
            <a:spAutoFit/>
          </a:bodyPr>
          <a:lstStyle/>
          <a:p>
            <a:r>
              <a:rPr lang="en-GB" sz="3200" dirty="0"/>
              <a:t>Full profile </a:t>
            </a:r>
          </a:p>
        </p:txBody>
      </p:sp>
      <p:sp>
        <p:nvSpPr>
          <p:cNvPr id="44" name="TextBox 43">
            <a:extLst>
              <a:ext uri="{FF2B5EF4-FFF2-40B4-BE49-F238E27FC236}">
                <a16:creationId xmlns:a16="http://schemas.microsoft.com/office/drawing/2014/main" id="{AE5112CC-0A2C-6413-CE7E-A8DCB0056797}"/>
              </a:ext>
            </a:extLst>
          </p:cNvPr>
          <p:cNvSpPr txBox="1"/>
          <p:nvPr/>
        </p:nvSpPr>
        <p:spPr>
          <a:xfrm>
            <a:off x="3040508" y="9583242"/>
            <a:ext cx="3856611" cy="769441"/>
          </a:xfrm>
          <a:prstGeom prst="rect">
            <a:avLst/>
          </a:prstGeom>
          <a:noFill/>
        </p:spPr>
        <p:txBody>
          <a:bodyPr wrap="square" rtlCol="0">
            <a:spAutoFit/>
          </a:bodyPr>
          <a:lstStyle/>
          <a:p>
            <a:r>
              <a:rPr lang="en-GB" sz="4400" dirty="0"/>
              <a:t>Image </a:t>
            </a:r>
          </a:p>
        </p:txBody>
      </p:sp>
      <p:cxnSp>
        <p:nvCxnSpPr>
          <p:cNvPr id="45" name="Straight Arrow Connector 44">
            <a:extLst>
              <a:ext uri="{FF2B5EF4-FFF2-40B4-BE49-F238E27FC236}">
                <a16:creationId xmlns:a16="http://schemas.microsoft.com/office/drawing/2014/main" id="{D90D8ED1-DC33-DC4B-11D2-86D24D749ED3}"/>
              </a:ext>
            </a:extLst>
          </p:cNvPr>
          <p:cNvCxnSpPr>
            <a:cxnSpLocks/>
          </p:cNvCxnSpPr>
          <p:nvPr/>
        </p:nvCxnSpPr>
        <p:spPr>
          <a:xfrm flipV="1">
            <a:off x="4885691" y="9532807"/>
            <a:ext cx="2062337" cy="4573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740F22A6-FE7C-FA5A-712F-F1B727856591}"/>
              </a:ext>
            </a:extLst>
          </p:cNvPr>
          <p:cNvSpPr txBox="1"/>
          <p:nvPr/>
        </p:nvSpPr>
        <p:spPr>
          <a:xfrm>
            <a:off x="17050264" y="9583242"/>
            <a:ext cx="3856611" cy="1446550"/>
          </a:xfrm>
          <a:prstGeom prst="rect">
            <a:avLst/>
          </a:prstGeom>
          <a:noFill/>
        </p:spPr>
        <p:txBody>
          <a:bodyPr wrap="square" rtlCol="0">
            <a:spAutoFit/>
          </a:bodyPr>
          <a:lstStyle/>
          <a:p>
            <a:r>
              <a:rPr lang="en-GB" sz="4400" dirty="0"/>
              <a:t>Link to their profile</a:t>
            </a:r>
          </a:p>
        </p:txBody>
      </p:sp>
      <p:cxnSp>
        <p:nvCxnSpPr>
          <p:cNvPr id="47" name="Straight Arrow Connector 46">
            <a:extLst>
              <a:ext uri="{FF2B5EF4-FFF2-40B4-BE49-F238E27FC236}">
                <a16:creationId xmlns:a16="http://schemas.microsoft.com/office/drawing/2014/main" id="{52D58672-CFF0-2958-D29E-EBD046D964FE}"/>
              </a:ext>
            </a:extLst>
          </p:cNvPr>
          <p:cNvCxnSpPr>
            <a:cxnSpLocks/>
          </p:cNvCxnSpPr>
          <p:nvPr/>
        </p:nvCxnSpPr>
        <p:spPr>
          <a:xfrm flipH="1" flipV="1">
            <a:off x="11652324" y="9842748"/>
            <a:ext cx="5446065" cy="2931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 name="Oval 4">
            <a:extLst>
              <a:ext uri="{FF2B5EF4-FFF2-40B4-BE49-F238E27FC236}">
                <a16:creationId xmlns:a16="http://schemas.microsoft.com/office/drawing/2014/main" id="{88D79558-95E7-2535-9FF8-7066B405ED16}"/>
              </a:ext>
            </a:extLst>
          </p:cNvPr>
          <p:cNvSpPr/>
          <p:nvPr/>
        </p:nvSpPr>
        <p:spPr>
          <a:xfrm>
            <a:off x="17098388" y="240848"/>
            <a:ext cx="1436574" cy="1364062"/>
          </a:xfrm>
          <a:prstGeom prst="ellipse">
            <a:avLst/>
          </a:prstGeom>
          <a:solidFill>
            <a:srgbClr val="12586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A84DD8D5-DE51-E201-9A29-6A4CC3F851DB}"/>
              </a:ext>
            </a:extLst>
          </p:cNvPr>
          <p:cNvSpPr/>
          <p:nvPr/>
        </p:nvSpPr>
        <p:spPr>
          <a:xfrm>
            <a:off x="18910516" y="240848"/>
            <a:ext cx="1436574" cy="1364062"/>
          </a:xfrm>
          <a:prstGeom prst="ellipse">
            <a:avLst/>
          </a:prstGeom>
          <a:solidFill>
            <a:srgbClr val="15608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F4E55139-E624-51C7-0A33-C5D83ABDAA26}"/>
              </a:ext>
            </a:extLst>
          </p:cNvPr>
          <p:cNvSpPr txBox="1"/>
          <p:nvPr/>
        </p:nvSpPr>
        <p:spPr>
          <a:xfrm>
            <a:off x="14786" y="5412935"/>
            <a:ext cx="6856981" cy="769441"/>
          </a:xfrm>
          <a:prstGeom prst="rect">
            <a:avLst/>
          </a:prstGeom>
          <a:noFill/>
        </p:spPr>
        <p:txBody>
          <a:bodyPr wrap="square" rtlCol="0">
            <a:spAutoFit/>
          </a:bodyPr>
          <a:lstStyle/>
          <a:p>
            <a:r>
              <a:rPr lang="en-GB" sz="4400" dirty="0"/>
              <a:t>Links to the profile page  </a:t>
            </a:r>
          </a:p>
        </p:txBody>
      </p:sp>
      <p:cxnSp>
        <p:nvCxnSpPr>
          <p:cNvPr id="37" name="Straight Arrow Connector 36">
            <a:extLst>
              <a:ext uri="{FF2B5EF4-FFF2-40B4-BE49-F238E27FC236}">
                <a16:creationId xmlns:a16="http://schemas.microsoft.com/office/drawing/2014/main" id="{CE166FD7-1FBA-B9F1-0720-3519E9BD3E7E}"/>
              </a:ext>
            </a:extLst>
          </p:cNvPr>
          <p:cNvCxnSpPr>
            <a:cxnSpLocks/>
          </p:cNvCxnSpPr>
          <p:nvPr/>
        </p:nvCxnSpPr>
        <p:spPr>
          <a:xfrm flipV="1">
            <a:off x="5711763" y="4900145"/>
            <a:ext cx="4441887" cy="66419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64162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64E3A-9DCA-F4F5-967D-26D58567A3C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A3E550-4C37-90F3-1FA7-D2FD594B2DF6}"/>
              </a:ext>
            </a:extLst>
          </p:cNvPr>
          <p:cNvSpPr/>
          <p:nvPr/>
        </p:nvSpPr>
        <p:spPr>
          <a:xfrm>
            <a:off x="5920466" y="-124462"/>
            <a:ext cx="10580915" cy="12316462"/>
          </a:xfrm>
          <a:prstGeom prst="rect">
            <a:avLst/>
          </a:prstGeom>
          <a:solidFill>
            <a:srgbClr val="4079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D60EE861-B9A3-011D-EC2B-2CFBD2DBEB29}"/>
              </a:ext>
            </a:extLst>
          </p:cNvPr>
          <p:cNvSpPr/>
          <p:nvPr/>
        </p:nvSpPr>
        <p:spPr>
          <a:xfrm>
            <a:off x="6222546" y="124462"/>
            <a:ext cx="9976757" cy="20900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1A013BD8-5F87-E422-0828-18083E746666}"/>
              </a:ext>
            </a:extLst>
          </p:cNvPr>
          <p:cNvSpPr/>
          <p:nvPr/>
        </p:nvSpPr>
        <p:spPr>
          <a:xfrm>
            <a:off x="6188529" y="10330542"/>
            <a:ext cx="9976757" cy="18614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738C2726-F2AD-D86E-27B4-A61D28329F79}"/>
              </a:ext>
            </a:extLst>
          </p:cNvPr>
          <p:cNvSpPr/>
          <p:nvPr/>
        </p:nvSpPr>
        <p:spPr>
          <a:xfrm>
            <a:off x="6457949" y="1445079"/>
            <a:ext cx="9505950" cy="704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D6905883-B072-F052-1444-5E71364BF9DA}"/>
              </a:ext>
            </a:extLst>
          </p:cNvPr>
          <p:cNvSpPr txBox="1"/>
          <p:nvPr/>
        </p:nvSpPr>
        <p:spPr>
          <a:xfrm>
            <a:off x="6457949" y="1445079"/>
            <a:ext cx="2057401" cy="769441"/>
          </a:xfrm>
          <a:prstGeom prst="rect">
            <a:avLst/>
          </a:prstGeom>
          <a:noFill/>
        </p:spPr>
        <p:txBody>
          <a:bodyPr wrap="square" rtlCol="0">
            <a:spAutoFit/>
          </a:bodyPr>
          <a:lstStyle/>
          <a:p>
            <a:r>
              <a:rPr lang="en-GB" sz="4400" dirty="0"/>
              <a:t>HOME</a:t>
            </a:r>
          </a:p>
        </p:txBody>
      </p:sp>
      <p:cxnSp>
        <p:nvCxnSpPr>
          <p:cNvPr id="14" name="Straight Connector 13">
            <a:extLst>
              <a:ext uri="{FF2B5EF4-FFF2-40B4-BE49-F238E27FC236}">
                <a16:creationId xmlns:a16="http://schemas.microsoft.com/office/drawing/2014/main" id="{0E806ED1-A575-8205-1769-4A9A97919D30}"/>
              </a:ext>
            </a:extLst>
          </p:cNvPr>
          <p:cNvCxnSpPr/>
          <p:nvPr/>
        </p:nvCxnSpPr>
        <p:spPr>
          <a:xfrm>
            <a:off x="8191500" y="1445079"/>
            <a:ext cx="0" cy="70485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17AD6F0A-961C-FEA2-F115-842E5F9B4088}"/>
              </a:ext>
            </a:extLst>
          </p:cNvPr>
          <p:cNvCxnSpPr/>
          <p:nvPr/>
        </p:nvCxnSpPr>
        <p:spPr>
          <a:xfrm>
            <a:off x="101536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7DF65347-4783-3079-1CE4-E84D21865CB9}"/>
              </a:ext>
            </a:extLst>
          </p:cNvPr>
          <p:cNvSpPr txBox="1"/>
          <p:nvPr/>
        </p:nvSpPr>
        <p:spPr>
          <a:xfrm>
            <a:off x="8177220" y="1445079"/>
            <a:ext cx="2057401" cy="769441"/>
          </a:xfrm>
          <a:prstGeom prst="rect">
            <a:avLst/>
          </a:prstGeom>
          <a:noFill/>
        </p:spPr>
        <p:txBody>
          <a:bodyPr wrap="square" rtlCol="0">
            <a:spAutoFit/>
          </a:bodyPr>
          <a:lstStyle/>
          <a:p>
            <a:r>
              <a:rPr lang="en-GB" sz="4400" dirty="0"/>
              <a:t>ABOUT</a:t>
            </a:r>
          </a:p>
        </p:txBody>
      </p:sp>
      <p:cxnSp>
        <p:nvCxnSpPr>
          <p:cNvPr id="18" name="Straight Connector 17">
            <a:extLst>
              <a:ext uri="{FF2B5EF4-FFF2-40B4-BE49-F238E27FC236}">
                <a16:creationId xmlns:a16="http://schemas.microsoft.com/office/drawing/2014/main" id="{8D5979BE-57DC-B51E-B58B-46D225A20A39}"/>
              </a:ext>
            </a:extLst>
          </p:cNvPr>
          <p:cNvCxnSpPr/>
          <p:nvPr/>
        </p:nvCxnSpPr>
        <p:spPr>
          <a:xfrm>
            <a:off x="11791951" y="1411699"/>
            <a:ext cx="0" cy="704850"/>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1184B0B5-FA9C-76DD-2D3D-7ADB23C4E414}"/>
              </a:ext>
            </a:extLst>
          </p:cNvPr>
          <p:cNvSpPr txBox="1"/>
          <p:nvPr/>
        </p:nvSpPr>
        <p:spPr>
          <a:xfrm>
            <a:off x="10210801" y="1445080"/>
            <a:ext cx="1581150" cy="769441"/>
          </a:xfrm>
          <a:prstGeom prst="rect">
            <a:avLst/>
          </a:prstGeom>
          <a:noFill/>
        </p:spPr>
        <p:txBody>
          <a:bodyPr wrap="square" rtlCol="0">
            <a:spAutoFit/>
          </a:bodyPr>
          <a:lstStyle/>
          <a:p>
            <a:r>
              <a:rPr lang="en-GB" sz="4400" dirty="0"/>
              <a:t>DEVS</a:t>
            </a:r>
          </a:p>
        </p:txBody>
      </p:sp>
      <p:sp>
        <p:nvSpPr>
          <p:cNvPr id="20" name="TextBox 19">
            <a:extLst>
              <a:ext uri="{FF2B5EF4-FFF2-40B4-BE49-F238E27FC236}">
                <a16:creationId xmlns:a16="http://schemas.microsoft.com/office/drawing/2014/main" id="{067B5A9F-B47D-8FFF-B6AB-FB2AABD976E9}"/>
              </a:ext>
            </a:extLst>
          </p:cNvPr>
          <p:cNvSpPr txBox="1"/>
          <p:nvPr/>
        </p:nvSpPr>
        <p:spPr>
          <a:xfrm>
            <a:off x="11872921" y="1411699"/>
            <a:ext cx="2057401" cy="769441"/>
          </a:xfrm>
          <a:prstGeom prst="rect">
            <a:avLst/>
          </a:prstGeom>
          <a:noFill/>
        </p:spPr>
        <p:txBody>
          <a:bodyPr wrap="square" rtlCol="0">
            <a:spAutoFit/>
          </a:bodyPr>
          <a:lstStyle/>
          <a:p>
            <a:r>
              <a:rPr lang="en-GB" sz="4400" dirty="0"/>
              <a:t>INFO</a:t>
            </a:r>
          </a:p>
        </p:txBody>
      </p:sp>
      <p:cxnSp>
        <p:nvCxnSpPr>
          <p:cNvPr id="21" name="Straight Connector 20">
            <a:extLst>
              <a:ext uri="{FF2B5EF4-FFF2-40B4-BE49-F238E27FC236}">
                <a16:creationId xmlns:a16="http://schemas.microsoft.com/office/drawing/2014/main" id="{F075483C-33B6-D89C-510F-7102CA0463CE}"/>
              </a:ext>
            </a:extLst>
          </p:cNvPr>
          <p:cNvCxnSpPr/>
          <p:nvPr/>
        </p:nvCxnSpPr>
        <p:spPr>
          <a:xfrm>
            <a:off x="133159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A1B00AEF-0F73-1A3F-CD6C-FDCBCC5EE0D6}"/>
              </a:ext>
            </a:extLst>
          </p:cNvPr>
          <p:cNvSpPr txBox="1"/>
          <p:nvPr/>
        </p:nvSpPr>
        <p:spPr>
          <a:xfrm>
            <a:off x="13604078" y="1445079"/>
            <a:ext cx="3494311" cy="769441"/>
          </a:xfrm>
          <a:prstGeom prst="rect">
            <a:avLst/>
          </a:prstGeom>
          <a:noFill/>
        </p:spPr>
        <p:txBody>
          <a:bodyPr wrap="square" rtlCol="0">
            <a:spAutoFit/>
          </a:bodyPr>
          <a:lstStyle/>
          <a:p>
            <a:r>
              <a:rPr lang="en-GB" sz="4400" dirty="0"/>
              <a:t>SIGN UP</a:t>
            </a:r>
          </a:p>
        </p:txBody>
      </p:sp>
      <p:sp>
        <p:nvSpPr>
          <p:cNvPr id="25" name="TextBox 24">
            <a:extLst>
              <a:ext uri="{FF2B5EF4-FFF2-40B4-BE49-F238E27FC236}">
                <a16:creationId xmlns:a16="http://schemas.microsoft.com/office/drawing/2014/main" id="{3F444607-1C1D-F504-9D46-2452C5D62BD7}"/>
              </a:ext>
            </a:extLst>
          </p:cNvPr>
          <p:cNvSpPr txBox="1"/>
          <p:nvPr/>
        </p:nvSpPr>
        <p:spPr>
          <a:xfrm>
            <a:off x="10153650" y="351615"/>
            <a:ext cx="2854781" cy="769441"/>
          </a:xfrm>
          <a:prstGeom prst="rect">
            <a:avLst/>
          </a:prstGeom>
          <a:noFill/>
        </p:spPr>
        <p:txBody>
          <a:bodyPr wrap="square" rtlCol="0">
            <a:spAutoFit/>
          </a:bodyPr>
          <a:lstStyle/>
          <a:p>
            <a:r>
              <a:rPr lang="en-GB" sz="4400" dirty="0"/>
              <a:t>SIGN UP</a:t>
            </a:r>
          </a:p>
        </p:txBody>
      </p:sp>
      <p:sp>
        <p:nvSpPr>
          <p:cNvPr id="27" name="TextBox 26">
            <a:extLst>
              <a:ext uri="{FF2B5EF4-FFF2-40B4-BE49-F238E27FC236}">
                <a16:creationId xmlns:a16="http://schemas.microsoft.com/office/drawing/2014/main" id="{427DA878-7DBC-F884-8CA0-3EF7943F3099}"/>
              </a:ext>
            </a:extLst>
          </p:cNvPr>
          <p:cNvSpPr txBox="1"/>
          <p:nvPr/>
        </p:nvSpPr>
        <p:spPr>
          <a:xfrm>
            <a:off x="6188529" y="10362475"/>
            <a:ext cx="9976757" cy="769441"/>
          </a:xfrm>
          <a:prstGeom prst="rect">
            <a:avLst/>
          </a:prstGeom>
          <a:noFill/>
        </p:spPr>
        <p:txBody>
          <a:bodyPr wrap="square" rtlCol="0">
            <a:spAutoFit/>
          </a:bodyPr>
          <a:lstStyle/>
          <a:p>
            <a:r>
              <a:rPr lang="en-GB" sz="4400" dirty="0"/>
              <a:t>LINKS TO SOCIAL MEDIA </a:t>
            </a:r>
          </a:p>
        </p:txBody>
      </p:sp>
      <p:sp>
        <p:nvSpPr>
          <p:cNvPr id="44" name="TextBox 43">
            <a:extLst>
              <a:ext uri="{FF2B5EF4-FFF2-40B4-BE49-F238E27FC236}">
                <a16:creationId xmlns:a16="http://schemas.microsoft.com/office/drawing/2014/main" id="{648D23E6-E0C8-6A43-3092-65AC86BEBB19}"/>
              </a:ext>
            </a:extLst>
          </p:cNvPr>
          <p:cNvSpPr txBox="1"/>
          <p:nvPr/>
        </p:nvSpPr>
        <p:spPr>
          <a:xfrm>
            <a:off x="978430" y="8931903"/>
            <a:ext cx="3856611" cy="1446550"/>
          </a:xfrm>
          <a:prstGeom prst="rect">
            <a:avLst/>
          </a:prstGeom>
          <a:noFill/>
        </p:spPr>
        <p:txBody>
          <a:bodyPr wrap="square" rtlCol="0">
            <a:spAutoFit/>
          </a:bodyPr>
          <a:lstStyle/>
          <a:p>
            <a:r>
              <a:rPr lang="en-GB" sz="4400" dirty="0"/>
              <a:t>Submit details to form </a:t>
            </a:r>
          </a:p>
        </p:txBody>
      </p:sp>
      <p:sp>
        <p:nvSpPr>
          <p:cNvPr id="5" name="Rectangle 4">
            <a:extLst>
              <a:ext uri="{FF2B5EF4-FFF2-40B4-BE49-F238E27FC236}">
                <a16:creationId xmlns:a16="http://schemas.microsoft.com/office/drawing/2014/main" id="{2B93B390-CA22-3600-D9E6-885824A5001E}"/>
              </a:ext>
            </a:extLst>
          </p:cNvPr>
          <p:cNvSpPr/>
          <p:nvPr/>
        </p:nvSpPr>
        <p:spPr>
          <a:xfrm>
            <a:off x="6188528" y="2490107"/>
            <a:ext cx="9976757" cy="5453743"/>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BCA648A-DCCD-B9D9-138C-5BCC9F850578}"/>
              </a:ext>
            </a:extLst>
          </p:cNvPr>
          <p:cNvSpPr/>
          <p:nvPr/>
        </p:nvSpPr>
        <p:spPr>
          <a:xfrm>
            <a:off x="6188527" y="8134532"/>
            <a:ext cx="9976757" cy="1998805"/>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3901BC6D-4030-4AE1-EEF8-DECDFE8939F2}"/>
              </a:ext>
            </a:extLst>
          </p:cNvPr>
          <p:cNvSpPr txBox="1"/>
          <p:nvPr/>
        </p:nvSpPr>
        <p:spPr>
          <a:xfrm>
            <a:off x="8973238" y="2820036"/>
            <a:ext cx="6396030" cy="1569660"/>
          </a:xfrm>
          <a:prstGeom prst="rect">
            <a:avLst/>
          </a:prstGeom>
          <a:noFill/>
        </p:spPr>
        <p:txBody>
          <a:bodyPr wrap="square" rtlCol="0">
            <a:spAutoFit/>
          </a:bodyPr>
          <a:lstStyle/>
          <a:p>
            <a:r>
              <a:rPr lang="en-GB" sz="9600" dirty="0"/>
              <a:t>Sign up </a:t>
            </a:r>
          </a:p>
        </p:txBody>
      </p:sp>
      <p:sp>
        <p:nvSpPr>
          <p:cNvPr id="37" name="Rectangle 36">
            <a:extLst>
              <a:ext uri="{FF2B5EF4-FFF2-40B4-BE49-F238E27FC236}">
                <a16:creationId xmlns:a16="http://schemas.microsoft.com/office/drawing/2014/main" id="{AC3D7C35-FF13-3159-20BD-0C3757635873}"/>
              </a:ext>
            </a:extLst>
          </p:cNvPr>
          <p:cNvSpPr/>
          <p:nvPr/>
        </p:nvSpPr>
        <p:spPr>
          <a:xfrm>
            <a:off x="6910393" y="4536621"/>
            <a:ext cx="8601060" cy="644979"/>
          </a:xfrm>
          <a:prstGeom prst="rect">
            <a:avLst/>
          </a:prstGeom>
          <a:solidFill>
            <a:schemeClr val="tx2">
              <a:lumMod val="25000"/>
              <a:lumOff val="75000"/>
            </a:schemeClr>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A8CCC3C2-74A7-A18E-FA6F-F19597691324}"/>
              </a:ext>
            </a:extLst>
          </p:cNvPr>
          <p:cNvSpPr/>
          <p:nvPr/>
        </p:nvSpPr>
        <p:spPr>
          <a:xfrm>
            <a:off x="6876375" y="5711279"/>
            <a:ext cx="8601060" cy="644979"/>
          </a:xfrm>
          <a:prstGeom prst="rect">
            <a:avLst/>
          </a:prstGeom>
          <a:solidFill>
            <a:schemeClr val="tx2">
              <a:lumMod val="25000"/>
              <a:lumOff val="75000"/>
            </a:schemeClr>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C40EC742-158E-B16C-BA30-033463282F0D}"/>
              </a:ext>
            </a:extLst>
          </p:cNvPr>
          <p:cNvSpPr/>
          <p:nvPr/>
        </p:nvSpPr>
        <p:spPr>
          <a:xfrm>
            <a:off x="6877064" y="6847390"/>
            <a:ext cx="8601060" cy="644979"/>
          </a:xfrm>
          <a:prstGeom prst="rect">
            <a:avLst/>
          </a:prstGeom>
          <a:solidFill>
            <a:schemeClr val="tx2">
              <a:lumMod val="25000"/>
              <a:lumOff val="75000"/>
            </a:schemeClr>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120D57AC-3822-6378-2372-41691B8B2164}"/>
              </a:ext>
            </a:extLst>
          </p:cNvPr>
          <p:cNvSpPr/>
          <p:nvPr/>
        </p:nvSpPr>
        <p:spPr>
          <a:xfrm>
            <a:off x="8436772" y="8654230"/>
            <a:ext cx="5129207" cy="1106897"/>
          </a:xfrm>
          <a:prstGeom prst="rect">
            <a:avLst/>
          </a:prstGeom>
          <a:solidFill>
            <a:schemeClr val="tx2">
              <a:lumMod val="25000"/>
              <a:lumOff val="75000"/>
            </a:schemeClr>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a:extLst>
              <a:ext uri="{FF2B5EF4-FFF2-40B4-BE49-F238E27FC236}">
                <a16:creationId xmlns:a16="http://schemas.microsoft.com/office/drawing/2014/main" id="{70974FF6-8E9E-A567-E95D-25814C7783D8}"/>
              </a:ext>
            </a:extLst>
          </p:cNvPr>
          <p:cNvSpPr txBox="1"/>
          <p:nvPr/>
        </p:nvSpPr>
        <p:spPr>
          <a:xfrm>
            <a:off x="10073711" y="8885737"/>
            <a:ext cx="3856611" cy="769441"/>
          </a:xfrm>
          <a:prstGeom prst="rect">
            <a:avLst/>
          </a:prstGeom>
          <a:noFill/>
        </p:spPr>
        <p:txBody>
          <a:bodyPr wrap="square" rtlCol="0">
            <a:spAutoFit/>
          </a:bodyPr>
          <a:lstStyle/>
          <a:p>
            <a:r>
              <a:rPr lang="en-GB" sz="4400" dirty="0"/>
              <a:t>Submit </a:t>
            </a:r>
          </a:p>
        </p:txBody>
      </p:sp>
      <p:sp>
        <p:nvSpPr>
          <p:cNvPr id="50" name="TextBox 49">
            <a:extLst>
              <a:ext uri="{FF2B5EF4-FFF2-40B4-BE49-F238E27FC236}">
                <a16:creationId xmlns:a16="http://schemas.microsoft.com/office/drawing/2014/main" id="{C6E716F4-7EEC-95A4-2F0A-7D3CC3F52302}"/>
              </a:ext>
            </a:extLst>
          </p:cNvPr>
          <p:cNvSpPr txBox="1"/>
          <p:nvPr/>
        </p:nvSpPr>
        <p:spPr>
          <a:xfrm>
            <a:off x="1644067" y="5612418"/>
            <a:ext cx="3856611" cy="769441"/>
          </a:xfrm>
          <a:prstGeom prst="rect">
            <a:avLst/>
          </a:prstGeom>
          <a:noFill/>
        </p:spPr>
        <p:txBody>
          <a:bodyPr wrap="square" rtlCol="0">
            <a:spAutoFit/>
          </a:bodyPr>
          <a:lstStyle/>
          <a:p>
            <a:r>
              <a:rPr lang="en-GB" sz="4400" dirty="0"/>
              <a:t>Text input </a:t>
            </a:r>
          </a:p>
        </p:txBody>
      </p:sp>
      <p:cxnSp>
        <p:nvCxnSpPr>
          <p:cNvPr id="53" name="Straight Arrow Connector 52">
            <a:extLst>
              <a:ext uri="{FF2B5EF4-FFF2-40B4-BE49-F238E27FC236}">
                <a16:creationId xmlns:a16="http://schemas.microsoft.com/office/drawing/2014/main" id="{FA1EF08B-6B9C-5994-404A-CFFFD353A0F9}"/>
              </a:ext>
            </a:extLst>
          </p:cNvPr>
          <p:cNvCxnSpPr>
            <a:cxnSpLocks/>
          </p:cNvCxnSpPr>
          <p:nvPr/>
        </p:nvCxnSpPr>
        <p:spPr>
          <a:xfrm flipV="1">
            <a:off x="4369430" y="5947753"/>
            <a:ext cx="2438911" cy="6679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5" name="Straight Arrow Connector 54">
            <a:extLst>
              <a:ext uri="{FF2B5EF4-FFF2-40B4-BE49-F238E27FC236}">
                <a16:creationId xmlns:a16="http://schemas.microsoft.com/office/drawing/2014/main" id="{51C15EE2-9E16-00B0-3685-3C5516941295}"/>
              </a:ext>
            </a:extLst>
          </p:cNvPr>
          <p:cNvCxnSpPr>
            <a:cxnSpLocks/>
          </p:cNvCxnSpPr>
          <p:nvPr/>
        </p:nvCxnSpPr>
        <p:spPr>
          <a:xfrm>
            <a:off x="4369430" y="6014545"/>
            <a:ext cx="2438911" cy="12331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566F1E62-B9F4-2464-0977-EDF09267672A}"/>
              </a:ext>
            </a:extLst>
          </p:cNvPr>
          <p:cNvCxnSpPr>
            <a:cxnSpLocks/>
          </p:cNvCxnSpPr>
          <p:nvPr/>
        </p:nvCxnSpPr>
        <p:spPr>
          <a:xfrm flipV="1">
            <a:off x="4369430" y="4963314"/>
            <a:ext cx="2572942" cy="10704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Straight Arrow Connector 57">
            <a:extLst>
              <a:ext uri="{FF2B5EF4-FFF2-40B4-BE49-F238E27FC236}">
                <a16:creationId xmlns:a16="http://schemas.microsoft.com/office/drawing/2014/main" id="{4F1EF85A-E5C4-C1D5-C4CA-DF582EDECC2C}"/>
              </a:ext>
            </a:extLst>
          </p:cNvPr>
          <p:cNvCxnSpPr>
            <a:cxnSpLocks/>
          </p:cNvCxnSpPr>
          <p:nvPr/>
        </p:nvCxnSpPr>
        <p:spPr>
          <a:xfrm flipV="1">
            <a:off x="4835041" y="9402440"/>
            <a:ext cx="3104548" cy="363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0" name="TextBox 59">
            <a:extLst>
              <a:ext uri="{FF2B5EF4-FFF2-40B4-BE49-F238E27FC236}">
                <a16:creationId xmlns:a16="http://schemas.microsoft.com/office/drawing/2014/main" id="{72A7CEC8-2D70-A842-E578-6FC327AA0D11}"/>
              </a:ext>
            </a:extLst>
          </p:cNvPr>
          <p:cNvSpPr txBox="1"/>
          <p:nvPr/>
        </p:nvSpPr>
        <p:spPr>
          <a:xfrm>
            <a:off x="7486649" y="6731727"/>
            <a:ext cx="3856611" cy="769441"/>
          </a:xfrm>
          <a:prstGeom prst="rect">
            <a:avLst/>
          </a:prstGeom>
          <a:noFill/>
        </p:spPr>
        <p:txBody>
          <a:bodyPr wrap="square" rtlCol="0">
            <a:spAutoFit/>
          </a:bodyPr>
          <a:lstStyle/>
          <a:p>
            <a:r>
              <a:rPr lang="en-GB" sz="4400" dirty="0"/>
              <a:t>email </a:t>
            </a:r>
          </a:p>
        </p:txBody>
      </p:sp>
      <p:sp>
        <p:nvSpPr>
          <p:cNvPr id="61" name="TextBox 60">
            <a:extLst>
              <a:ext uri="{FF2B5EF4-FFF2-40B4-BE49-F238E27FC236}">
                <a16:creationId xmlns:a16="http://schemas.microsoft.com/office/drawing/2014/main" id="{D9BF5ECF-ECA6-50D7-1158-83A4B2887D89}"/>
              </a:ext>
            </a:extLst>
          </p:cNvPr>
          <p:cNvSpPr txBox="1"/>
          <p:nvPr/>
        </p:nvSpPr>
        <p:spPr>
          <a:xfrm>
            <a:off x="7484271" y="5607234"/>
            <a:ext cx="3856611" cy="769441"/>
          </a:xfrm>
          <a:prstGeom prst="rect">
            <a:avLst/>
          </a:prstGeom>
          <a:noFill/>
        </p:spPr>
        <p:txBody>
          <a:bodyPr wrap="square" rtlCol="0">
            <a:spAutoFit/>
          </a:bodyPr>
          <a:lstStyle/>
          <a:p>
            <a:r>
              <a:rPr lang="en-GB" sz="4400" dirty="0"/>
              <a:t>Surname</a:t>
            </a:r>
          </a:p>
        </p:txBody>
      </p:sp>
      <p:sp>
        <p:nvSpPr>
          <p:cNvPr id="62" name="TextBox 61">
            <a:extLst>
              <a:ext uri="{FF2B5EF4-FFF2-40B4-BE49-F238E27FC236}">
                <a16:creationId xmlns:a16="http://schemas.microsoft.com/office/drawing/2014/main" id="{430770F3-FAF1-394C-A8E4-4F920B761FA9}"/>
              </a:ext>
            </a:extLst>
          </p:cNvPr>
          <p:cNvSpPr txBox="1"/>
          <p:nvPr/>
        </p:nvSpPr>
        <p:spPr>
          <a:xfrm>
            <a:off x="7484271" y="4444368"/>
            <a:ext cx="3856611" cy="769441"/>
          </a:xfrm>
          <a:prstGeom prst="rect">
            <a:avLst/>
          </a:prstGeom>
          <a:noFill/>
        </p:spPr>
        <p:txBody>
          <a:bodyPr wrap="square" rtlCol="0">
            <a:spAutoFit/>
          </a:bodyPr>
          <a:lstStyle/>
          <a:p>
            <a:r>
              <a:rPr lang="en-GB" sz="4400" dirty="0"/>
              <a:t>First name  </a:t>
            </a:r>
          </a:p>
        </p:txBody>
      </p:sp>
      <p:sp>
        <p:nvSpPr>
          <p:cNvPr id="2" name="Oval 1">
            <a:extLst>
              <a:ext uri="{FF2B5EF4-FFF2-40B4-BE49-F238E27FC236}">
                <a16:creationId xmlns:a16="http://schemas.microsoft.com/office/drawing/2014/main" id="{CA50101E-E183-F78F-406E-FE4919EB8271}"/>
              </a:ext>
            </a:extLst>
          </p:cNvPr>
          <p:cNvSpPr/>
          <p:nvPr/>
        </p:nvSpPr>
        <p:spPr>
          <a:xfrm>
            <a:off x="17098388" y="240848"/>
            <a:ext cx="1436574" cy="1364062"/>
          </a:xfrm>
          <a:prstGeom prst="ellipse">
            <a:avLst/>
          </a:prstGeom>
          <a:solidFill>
            <a:srgbClr val="12586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val 2">
            <a:extLst>
              <a:ext uri="{FF2B5EF4-FFF2-40B4-BE49-F238E27FC236}">
                <a16:creationId xmlns:a16="http://schemas.microsoft.com/office/drawing/2014/main" id="{EE7AAC12-15C0-C68D-D0FA-03476995C761}"/>
              </a:ext>
            </a:extLst>
          </p:cNvPr>
          <p:cNvSpPr/>
          <p:nvPr/>
        </p:nvSpPr>
        <p:spPr>
          <a:xfrm>
            <a:off x="18910516" y="240848"/>
            <a:ext cx="1436574" cy="1364062"/>
          </a:xfrm>
          <a:prstGeom prst="ellipse">
            <a:avLst/>
          </a:prstGeom>
          <a:solidFill>
            <a:srgbClr val="15608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442DAD52-E2B4-75D3-4661-7FC60A117F51}"/>
              </a:ext>
            </a:extLst>
          </p:cNvPr>
          <p:cNvSpPr/>
          <p:nvPr/>
        </p:nvSpPr>
        <p:spPr>
          <a:xfrm>
            <a:off x="17098388" y="2054689"/>
            <a:ext cx="1436574" cy="1364062"/>
          </a:xfrm>
          <a:prstGeom prst="ellipse">
            <a:avLst/>
          </a:prstGeom>
          <a:solidFill>
            <a:srgbClr val="A6CAE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22411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9B52B-3138-0EBC-37AC-850DD029FD2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D08B67A9-DCE8-A336-C1E1-A68E52070E11}"/>
              </a:ext>
            </a:extLst>
          </p:cNvPr>
          <p:cNvSpPr/>
          <p:nvPr/>
        </p:nvSpPr>
        <p:spPr>
          <a:xfrm>
            <a:off x="5920466" y="-124462"/>
            <a:ext cx="10580915" cy="12316462"/>
          </a:xfrm>
          <a:prstGeom prst="rect">
            <a:avLst/>
          </a:prstGeom>
          <a:solidFill>
            <a:srgbClr val="4079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13" name="Rectangle 12">
            <a:extLst>
              <a:ext uri="{FF2B5EF4-FFF2-40B4-BE49-F238E27FC236}">
                <a16:creationId xmlns:a16="http://schemas.microsoft.com/office/drawing/2014/main" id="{CFE63E64-545F-1387-28A5-EB6026E1AFB1}"/>
              </a:ext>
            </a:extLst>
          </p:cNvPr>
          <p:cNvSpPr/>
          <p:nvPr/>
        </p:nvSpPr>
        <p:spPr>
          <a:xfrm>
            <a:off x="6222546" y="124462"/>
            <a:ext cx="9976757" cy="20900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16" name="Rectangle 15">
            <a:extLst>
              <a:ext uri="{FF2B5EF4-FFF2-40B4-BE49-F238E27FC236}">
                <a16:creationId xmlns:a16="http://schemas.microsoft.com/office/drawing/2014/main" id="{07137785-AB89-4FD9-28E2-3E491F6ADF88}"/>
              </a:ext>
            </a:extLst>
          </p:cNvPr>
          <p:cNvSpPr/>
          <p:nvPr/>
        </p:nvSpPr>
        <p:spPr>
          <a:xfrm>
            <a:off x="6188529" y="10330542"/>
            <a:ext cx="9976757" cy="1861458"/>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22" name="Rectangle 21">
            <a:extLst>
              <a:ext uri="{FF2B5EF4-FFF2-40B4-BE49-F238E27FC236}">
                <a16:creationId xmlns:a16="http://schemas.microsoft.com/office/drawing/2014/main" id="{DFA1C6DC-9239-D465-1C92-983A4F2C83E7}"/>
              </a:ext>
            </a:extLst>
          </p:cNvPr>
          <p:cNvSpPr/>
          <p:nvPr/>
        </p:nvSpPr>
        <p:spPr>
          <a:xfrm>
            <a:off x="6222546" y="2617575"/>
            <a:ext cx="9976757" cy="2948667"/>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23" name="Rectangle 22">
            <a:extLst>
              <a:ext uri="{FF2B5EF4-FFF2-40B4-BE49-F238E27FC236}">
                <a16:creationId xmlns:a16="http://schemas.microsoft.com/office/drawing/2014/main" id="{E5F4D58F-D5E2-4471-4334-DF3798864503}"/>
              </a:ext>
            </a:extLst>
          </p:cNvPr>
          <p:cNvSpPr/>
          <p:nvPr/>
        </p:nvSpPr>
        <p:spPr>
          <a:xfrm>
            <a:off x="6457949" y="1445079"/>
            <a:ext cx="9505950" cy="704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26" name="TextBox 25">
            <a:extLst>
              <a:ext uri="{FF2B5EF4-FFF2-40B4-BE49-F238E27FC236}">
                <a16:creationId xmlns:a16="http://schemas.microsoft.com/office/drawing/2014/main" id="{E903F39A-DA97-3FD9-F1C0-88AFC0653EB4}"/>
              </a:ext>
            </a:extLst>
          </p:cNvPr>
          <p:cNvSpPr txBox="1"/>
          <p:nvPr/>
        </p:nvSpPr>
        <p:spPr>
          <a:xfrm>
            <a:off x="6457949" y="1445079"/>
            <a:ext cx="2057401" cy="707886"/>
          </a:xfrm>
          <a:prstGeom prst="rect">
            <a:avLst/>
          </a:prstGeom>
          <a:noFill/>
        </p:spPr>
        <p:txBody>
          <a:bodyPr wrap="square" rtlCol="0">
            <a:spAutoFit/>
          </a:bodyPr>
          <a:lstStyle/>
          <a:p>
            <a:r>
              <a:rPr lang="en-GB" sz="4000" dirty="0"/>
              <a:t>HOME</a:t>
            </a:r>
          </a:p>
        </p:txBody>
      </p:sp>
      <p:cxnSp>
        <p:nvCxnSpPr>
          <p:cNvPr id="28" name="Straight Connector 27">
            <a:extLst>
              <a:ext uri="{FF2B5EF4-FFF2-40B4-BE49-F238E27FC236}">
                <a16:creationId xmlns:a16="http://schemas.microsoft.com/office/drawing/2014/main" id="{60FE4033-91DB-F1CC-B7E5-F6B838DA4944}"/>
              </a:ext>
            </a:extLst>
          </p:cNvPr>
          <p:cNvCxnSpPr/>
          <p:nvPr/>
        </p:nvCxnSpPr>
        <p:spPr>
          <a:xfrm>
            <a:off x="8191500" y="1445079"/>
            <a:ext cx="0" cy="704850"/>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1585ECC2-E43E-3FFD-08CD-C2DA38A9E6D4}"/>
              </a:ext>
            </a:extLst>
          </p:cNvPr>
          <p:cNvCxnSpPr/>
          <p:nvPr/>
        </p:nvCxnSpPr>
        <p:spPr>
          <a:xfrm>
            <a:off x="101536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30" name="TextBox 29">
            <a:extLst>
              <a:ext uri="{FF2B5EF4-FFF2-40B4-BE49-F238E27FC236}">
                <a16:creationId xmlns:a16="http://schemas.microsoft.com/office/drawing/2014/main" id="{D5E9B7BE-37A0-13E5-D199-05E28EC53DF5}"/>
              </a:ext>
            </a:extLst>
          </p:cNvPr>
          <p:cNvSpPr txBox="1"/>
          <p:nvPr/>
        </p:nvSpPr>
        <p:spPr>
          <a:xfrm>
            <a:off x="8177220" y="1445079"/>
            <a:ext cx="2057401" cy="707886"/>
          </a:xfrm>
          <a:prstGeom prst="rect">
            <a:avLst/>
          </a:prstGeom>
          <a:noFill/>
        </p:spPr>
        <p:txBody>
          <a:bodyPr wrap="square" rtlCol="0">
            <a:spAutoFit/>
          </a:bodyPr>
          <a:lstStyle/>
          <a:p>
            <a:r>
              <a:rPr lang="en-GB" sz="4000" dirty="0"/>
              <a:t>ABOUT</a:t>
            </a:r>
          </a:p>
        </p:txBody>
      </p:sp>
      <p:cxnSp>
        <p:nvCxnSpPr>
          <p:cNvPr id="31" name="Straight Connector 30">
            <a:extLst>
              <a:ext uri="{FF2B5EF4-FFF2-40B4-BE49-F238E27FC236}">
                <a16:creationId xmlns:a16="http://schemas.microsoft.com/office/drawing/2014/main" id="{82D6B231-2E72-3273-0F37-327AD485DC4F}"/>
              </a:ext>
            </a:extLst>
          </p:cNvPr>
          <p:cNvCxnSpPr/>
          <p:nvPr/>
        </p:nvCxnSpPr>
        <p:spPr>
          <a:xfrm>
            <a:off x="11791951" y="1411699"/>
            <a:ext cx="0" cy="704850"/>
          </a:xfrm>
          <a:prstGeom prst="line">
            <a:avLst/>
          </a:prstGeom>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614CE654-B8B7-69FC-E1FB-B4BA7E0A7AA9}"/>
              </a:ext>
            </a:extLst>
          </p:cNvPr>
          <p:cNvSpPr txBox="1"/>
          <p:nvPr/>
        </p:nvSpPr>
        <p:spPr>
          <a:xfrm>
            <a:off x="10210801" y="1445080"/>
            <a:ext cx="1581150" cy="707886"/>
          </a:xfrm>
          <a:prstGeom prst="rect">
            <a:avLst/>
          </a:prstGeom>
          <a:noFill/>
        </p:spPr>
        <p:txBody>
          <a:bodyPr wrap="square" rtlCol="0">
            <a:spAutoFit/>
          </a:bodyPr>
          <a:lstStyle/>
          <a:p>
            <a:r>
              <a:rPr lang="en-GB" sz="4000" dirty="0"/>
              <a:t>DEVS</a:t>
            </a:r>
          </a:p>
        </p:txBody>
      </p:sp>
      <p:sp>
        <p:nvSpPr>
          <p:cNvPr id="33" name="TextBox 32">
            <a:extLst>
              <a:ext uri="{FF2B5EF4-FFF2-40B4-BE49-F238E27FC236}">
                <a16:creationId xmlns:a16="http://schemas.microsoft.com/office/drawing/2014/main" id="{F56ABE1F-C783-61E1-1D0A-DF28C9EF56E6}"/>
              </a:ext>
            </a:extLst>
          </p:cNvPr>
          <p:cNvSpPr txBox="1"/>
          <p:nvPr/>
        </p:nvSpPr>
        <p:spPr>
          <a:xfrm>
            <a:off x="11872921" y="1411699"/>
            <a:ext cx="2057401" cy="707886"/>
          </a:xfrm>
          <a:prstGeom prst="rect">
            <a:avLst/>
          </a:prstGeom>
          <a:noFill/>
        </p:spPr>
        <p:txBody>
          <a:bodyPr wrap="square" rtlCol="0">
            <a:spAutoFit/>
          </a:bodyPr>
          <a:lstStyle/>
          <a:p>
            <a:r>
              <a:rPr lang="en-GB" sz="4000" dirty="0"/>
              <a:t>INFO</a:t>
            </a:r>
          </a:p>
        </p:txBody>
      </p:sp>
      <p:cxnSp>
        <p:nvCxnSpPr>
          <p:cNvPr id="34" name="Straight Connector 33">
            <a:extLst>
              <a:ext uri="{FF2B5EF4-FFF2-40B4-BE49-F238E27FC236}">
                <a16:creationId xmlns:a16="http://schemas.microsoft.com/office/drawing/2014/main" id="{BB65EFD7-0397-290D-BC29-BC2E0DD5BA73}"/>
              </a:ext>
            </a:extLst>
          </p:cNvPr>
          <p:cNvCxnSpPr/>
          <p:nvPr/>
        </p:nvCxnSpPr>
        <p:spPr>
          <a:xfrm>
            <a:off x="13315950" y="1445079"/>
            <a:ext cx="0" cy="704850"/>
          </a:xfrm>
          <a:prstGeom prst="line">
            <a:avLst/>
          </a:prstGeom>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DBC6B9AB-C8C5-53A9-C982-AC352BF2AF16}"/>
              </a:ext>
            </a:extLst>
          </p:cNvPr>
          <p:cNvSpPr txBox="1"/>
          <p:nvPr/>
        </p:nvSpPr>
        <p:spPr>
          <a:xfrm>
            <a:off x="9972675" y="240848"/>
            <a:ext cx="2057401" cy="707886"/>
          </a:xfrm>
          <a:prstGeom prst="rect">
            <a:avLst/>
          </a:prstGeom>
          <a:noFill/>
        </p:spPr>
        <p:txBody>
          <a:bodyPr wrap="square" rtlCol="0">
            <a:spAutoFit/>
          </a:bodyPr>
          <a:lstStyle/>
          <a:p>
            <a:r>
              <a:rPr lang="en-GB" sz="4000" dirty="0"/>
              <a:t>HOME</a:t>
            </a:r>
          </a:p>
        </p:txBody>
      </p:sp>
      <p:sp>
        <p:nvSpPr>
          <p:cNvPr id="40" name="TextBox 39">
            <a:extLst>
              <a:ext uri="{FF2B5EF4-FFF2-40B4-BE49-F238E27FC236}">
                <a16:creationId xmlns:a16="http://schemas.microsoft.com/office/drawing/2014/main" id="{84E54341-6637-A7C3-4F1C-03FB3BA99768}"/>
              </a:ext>
            </a:extLst>
          </p:cNvPr>
          <p:cNvSpPr txBox="1"/>
          <p:nvPr/>
        </p:nvSpPr>
        <p:spPr>
          <a:xfrm>
            <a:off x="6188529" y="10362475"/>
            <a:ext cx="9976757" cy="707886"/>
          </a:xfrm>
          <a:prstGeom prst="rect">
            <a:avLst/>
          </a:prstGeom>
          <a:noFill/>
        </p:spPr>
        <p:txBody>
          <a:bodyPr wrap="square" rtlCol="0">
            <a:spAutoFit/>
          </a:bodyPr>
          <a:lstStyle/>
          <a:p>
            <a:r>
              <a:rPr lang="en-GB" sz="4000" dirty="0"/>
              <a:t>LINKS TO SOCIAL MEDIA </a:t>
            </a:r>
          </a:p>
        </p:txBody>
      </p:sp>
      <p:sp>
        <p:nvSpPr>
          <p:cNvPr id="41" name="Rectangle 40">
            <a:extLst>
              <a:ext uri="{FF2B5EF4-FFF2-40B4-BE49-F238E27FC236}">
                <a16:creationId xmlns:a16="http://schemas.microsoft.com/office/drawing/2014/main" id="{436B1CB7-E26C-052F-5095-917E4A876718}"/>
              </a:ext>
            </a:extLst>
          </p:cNvPr>
          <p:cNvSpPr/>
          <p:nvPr/>
        </p:nvSpPr>
        <p:spPr>
          <a:xfrm>
            <a:off x="6222546" y="6096000"/>
            <a:ext cx="9976757" cy="3872592"/>
          </a:xfrm>
          <a:prstGeom prst="rect">
            <a:avLst/>
          </a:prstGeom>
          <a:solidFill>
            <a:srgbClr val="125862"/>
          </a:solidFill>
          <a:ln>
            <a:solidFill>
              <a:srgbClr val="1875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2" name="TextBox 41">
            <a:extLst>
              <a:ext uri="{FF2B5EF4-FFF2-40B4-BE49-F238E27FC236}">
                <a16:creationId xmlns:a16="http://schemas.microsoft.com/office/drawing/2014/main" id="{3722BC5F-812F-3F44-E4FC-1894ADB7FC82}"/>
              </a:ext>
            </a:extLst>
          </p:cNvPr>
          <p:cNvSpPr txBox="1"/>
          <p:nvPr/>
        </p:nvSpPr>
        <p:spPr>
          <a:xfrm>
            <a:off x="2755696" y="9054113"/>
            <a:ext cx="3856611" cy="769441"/>
          </a:xfrm>
          <a:prstGeom prst="rect">
            <a:avLst/>
          </a:prstGeom>
          <a:noFill/>
        </p:spPr>
        <p:txBody>
          <a:bodyPr wrap="square" rtlCol="0">
            <a:spAutoFit/>
          </a:bodyPr>
          <a:lstStyle/>
          <a:p>
            <a:r>
              <a:rPr lang="en-GB" sz="4400" dirty="0"/>
              <a:t>Div box </a:t>
            </a:r>
          </a:p>
        </p:txBody>
      </p:sp>
      <p:cxnSp>
        <p:nvCxnSpPr>
          <p:cNvPr id="43" name="Straight Arrow Connector 42">
            <a:extLst>
              <a:ext uri="{FF2B5EF4-FFF2-40B4-BE49-F238E27FC236}">
                <a16:creationId xmlns:a16="http://schemas.microsoft.com/office/drawing/2014/main" id="{E0B00123-25CD-EC25-03B3-F3B853421699}"/>
              </a:ext>
            </a:extLst>
          </p:cNvPr>
          <p:cNvCxnSpPr>
            <a:cxnSpLocks/>
          </p:cNvCxnSpPr>
          <p:nvPr/>
        </p:nvCxnSpPr>
        <p:spPr>
          <a:xfrm flipV="1">
            <a:off x="4835041" y="9402440"/>
            <a:ext cx="3104548" cy="363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1265CD21-C1D6-F2A0-E296-8DB6798735D0}"/>
              </a:ext>
            </a:extLst>
          </p:cNvPr>
          <p:cNvSpPr txBox="1"/>
          <p:nvPr/>
        </p:nvSpPr>
        <p:spPr>
          <a:xfrm>
            <a:off x="827390" y="3162900"/>
            <a:ext cx="3856611" cy="769441"/>
          </a:xfrm>
          <a:prstGeom prst="rect">
            <a:avLst/>
          </a:prstGeom>
          <a:noFill/>
        </p:spPr>
        <p:txBody>
          <a:bodyPr wrap="square" rtlCol="0">
            <a:spAutoFit/>
          </a:bodyPr>
          <a:lstStyle/>
          <a:p>
            <a:r>
              <a:rPr lang="en-GB" sz="4400" dirty="0"/>
              <a:t>Margin 15px</a:t>
            </a:r>
          </a:p>
        </p:txBody>
      </p:sp>
      <p:cxnSp>
        <p:nvCxnSpPr>
          <p:cNvPr id="47" name="Straight Arrow Connector 46">
            <a:extLst>
              <a:ext uri="{FF2B5EF4-FFF2-40B4-BE49-F238E27FC236}">
                <a16:creationId xmlns:a16="http://schemas.microsoft.com/office/drawing/2014/main" id="{710DC353-1BE4-5124-2984-4E7B6BEF78D2}"/>
              </a:ext>
            </a:extLst>
          </p:cNvPr>
          <p:cNvCxnSpPr>
            <a:cxnSpLocks/>
          </p:cNvCxnSpPr>
          <p:nvPr/>
        </p:nvCxnSpPr>
        <p:spPr>
          <a:xfrm>
            <a:off x="3925496" y="3681354"/>
            <a:ext cx="199497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2" name="TextBox 51">
            <a:extLst>
              <a:ext uri="{FF2B5EF4-FFF2-40B4-BE49-F238E27FC236}">
                <a16:creationId xmlns:a16="http://schemas.microsoft.com/office/drawing/2014/main" id="{8DA058B3-AAAE-DAD5-E05A-C34949315D8E}"/>
              </a:ext>
            </a:extLst>
          </p:cNvPr>
          <p:cNvSpPr txBox="1"/>
          <p:nvPr/>
        </p:nvSpPr>
        <p:spPr>
          <a:xfrm>
            <a:off x="17077221" y="225459"/>
            <a:ext cx="3856611" cy="1446550"/>
          </a:xfrm>
          <a:prstGeom prst="rect">
            <a:avLst/>
          </a:prstGeom>
          <a:noFill/>
        </p:spPr>
        <p:txBody>
          <a:bodyPr wrap="square" rtlCol="0">
            <a:spAutoFit/>
          </a:bodyPr>
          <a:lstStyle/>
          <a:p>
            <a:r>
              <a:rPr lang="en-GB" sz="4400" dirty="0"/>
              <a:t>Titel of each page</a:t>
            </a:r>
          </a:p>
        </p:txBody>
      </p:sp>
      <p:cxnSp>
        <p:nvCxnSpPr>
          <p:cNvPr id="54" name="Straight Arrow Connector 53">
            <a:extLst>
              <a:ext uri="{FF2B5EF4-FFF2-40B4-BE49-F238E27FC236}">
                <a16:creationId xmlns:a16="http://schemas.microsoft.com/office/drawing/2014/main" id="{38E1AF24-7A55-254C-6F17-4CBF3A05AD7E}"/>
              </a:ext>
            </a:extLst>
          </p:cNvPr>
          <p:cNvCxnSpPr>
            <a:cxnSpLocks/>
            <a:stCxn id="52" idx="1"/>
          </p:cNvCxnSpPr>
          <p:nvPr/>
        </p:nvCxnSpPr>
        <p:spPr>
          <a:xfrm flipH="1" flipV="1">
            <a:off x="12030076" y="653143"/>
            <a:ext cx="5047145" cy="2955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3" name="TextBox 62">
            <a:extLst>
              <a:ext uri="{FF2B5EF4-FFF2-40B4-BE49-F238E27FC236}">
                <a16:creationId xmlns:a16="http://schemas.microsoft.com/office/drawing/2014/main" id="{EDF9C24A-6F01-BF01-5A0D-7A7C3BC4427E}"/>
              </a:ext>
            </a:extLst>
          </p:cNvPr>
          <p:cNvSpPr txBox="1"/>
          <p:nvPr/>
        </p:nvSpPr>
        <p:spPr>
          <a:xfrm>
            <a:off x="736573" y="5952460"/>
            <a:ext cx="3856611" cy="769441"/>
          </a:xfrm>
          <a:prstGeom prst="rect">
            <a:avLst/>
          </a:prstGeom>
          <a:noFill/>
        </p:spPr>
        <p:txBody>
          <a:bodyPr wrap="square" rtlCol="0">
            <a:spAutoFit/>
          </a:bodyPr>
          <a:lstStyle/>
          <a:p>
            <a:r>
              <a:rPr lang="en-GB" sz="4400" dirty="0"/>
              <a:t>Div box </a:t>
            </a:r>
          </a:p>
        </p:txBody>
      </p:sp>
      <p:cxnSp>
        <p:nvCxnSpPr>
          <p:cNvPr id="64" name="Straight Arrow Connector 63">
            <a:extLst>
              <a:ext uri="{FF2B5EF4-FFF2-40B4-BE49-F238E27FC236}">
                <a16:creationId xmlns:a16="http://schemas.microsoft.com/office/drawing/2014/main" id="{B854A1EE-9F72-D84A-D669-0E8BECECCEC0}"/>
              </a:ext>
            </a:extLst>
          </p:cNvPr>
          <p:cNvCxnSpPr>
            <a:cxnSpLocks/>
          </p:cNvCxnSpPr>
          <p:nvPr/>
        </p:nvCxnSpPr>
        <p:spPr>
          <a:xfrm flipV="1">
            <a:off x="2815918" y="5098367"/>
            <a:ext cx="3642031" cy="12388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a:extLst>
              <a:ext uri="{FF2B5EF4-FFF2-40B4-BE49-F238E27FC236}">
                <a16:creationId xmlns:a16="http://schemas.microsoft.com/office/drawing/2014/main" id="{90E08210-F121-7EF3-602C-E863872A202B}"/>
              </a:ext>
            </a:extLst>
          </p:cNvPr>
          <p:cNvCxnSpPr>
            <a:cxnSpLocks/>
          </p:cNvCxnSpPr>
          <p:nvPr/>
        </p:nvCxnSpPr>
        <p:spPr>
          <a:xfrm>
            <a:off x="2813960" y="6414778"/>
            <a:ext cx="3643989" cy="12485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1" name="TextBox 70">
            <a:extLst>
              <a:ext uri="{FF2B5EF4-FFF2-40B4-BE49-F238E27FC236}">
                <a16:creationId xmlns:a16="http://schemas.microsoft.com/office/drawing/2014/main" id="{3E8B8A54-FAB2-CF0F-14B2-BD12459DA515}"/>
              </a:ext>
            </a:extLst>
          </p:cNvPr>
          <p:cNvSpPr txBox="1"/>
          <p:nvPr/>
        </p:nvSpPr>
        <p:spPr>
          <a:xfrm>
            <a:off x="17737845" y="5079151"/>
            <a:ext cx="3856611" cy="769441"/>
          </a:xfrm>
          <a:prstGeom prst="rect">
            <a:avLst/>
          </a:prstGeom>
          <a:noFill/>
        </p:spPr>
        <p:txBody>
          <a:bodyPr wrap="square" rtlCol="0">
            <a:spAutoFit/>
          </a:bodyPr>
          <a:lstStyle/>
          <a:p>
            <a:r>
              <a:rPr lang="en-GB" sz="4400" dirty="0"/>
              <a:t>Padding 15 </a:t>
            </a:r>
            <a:r>
              <a:rPr lang="en-GB" sz="4400" dirty="0" err="1"/>
              <a:t>px</a:t>
            </a:r>
            <a:r>
              <a:rPr lang="en-GB" sz="4400" dirty="0"/>
              <a:t> </a:t>
            </a:r>
          </a:p>
        </p:txBody>
      </p:sp>
      <p:cxnSp>
        <p:nvCxnSpPr>
          <p:cNvPr id="72" name="Straight Arrow Connector 71">
            <a:extLst>
              <a:ext uri="{FF2B5EF4-FFF2-40B4-BE49-F238E27FC236}">
                <a16:creationId xmlns:a16="http://schemas.microsoft.com/office/drawing/2014/main" id="{06D8C915-33AF-F547-7A9B-D3DEA114B370}"/>
              </a:ext>
            </a:extLst>
          </p:cNvPr>
          <p:cNvCxnSpPr>
            <a:cxnSpLocks/>
          </p:cNvCxnSpPr>
          <p:nvPr/>
        </p:nvCxnSpPr>
        <p:spPr>
          <a:xfrm flipH="1" flipV="1">
            <a:off x="15876815" y="5802426"/>
            <a:ext cx="1861030" cy="7483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417321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DA4BD1-CD88-DB64-BAD0-90E5831E5316}"/>
              </a:ext>
            </a:extLst>
          </p:cNvPr>
          <p:cNvPicPr>
            <a:picLocks noChangeAspect="1"/>
          </p:cNvPicPr>
          <p:nvPr/>
        </p:nvPicPr>
        <p:blipFill>
          <a:blip r:embed="rId2"/>
          <a:stretch>
            <a:fillRect/>
          </a:stretch>
        </p:blipFill>
        <p:spPr>
          <a:xfrm>
            <a:off x="2167466" y="287867"/>
            <a:ext cx="17746135" cy="6088360"/>
          </a:xfrm>
          <a:prstGeom prst="rect">
            <a:avLst/>
          </a:prstGeom>
        </p:spPr>
      </p:pic>
      <p:pic>
        <p:nvPicPr>
          <p:cNvPr id="7" name="Picture 6">
            <a:extLst>
              <a:ext uri="{FF2B5EF4-FFF2-40B4-BE49-F238E27FC236}">
                <a16:creationId xmlns:a16="http://schemas.microsoft.com/office/drawing/2014/main" id="{4EFAD9AC-DEF9-19C9-5893-38C3A7A32071}"/>
              </a:ext>
            </a:extLst>
          </p:cNvPr>
          <p:cNvPicPr>
            <a:picLocks noChangeAspect="1"/>
          </p:cNvPicPr>
          <p:nvPr/>
        </p:nvPicPr>
        <p:blipFill>
          <a:blip r:embed="rId3"/>
          <a:stretch>
            <a:fillRect/>
          </a:stretch>
        </p:blipFill>
        <p:spPr>
          <a:xfrm>
            <a:off x="2167466" y="5864989"/>
            <a:ext cx="17746134" cy="6168145"/>
          </a:xfrm>
          <a:prstGeom prst="rect">
            <a:avLst/>
          </a:prstGeom>
        </p:spPr>
      </p:pic>
    </p:spTree>
    <p:extLst>
      <p:ext uri="{BB962C8B-B14F-4D97-AF65-F5344CB8AC3E}">
        <p14:creationId xmlns:p14="http://schemas.microsoft.com/office/powerpoint/2010/main" val="364194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ACC632-E66A-BB2F-1390-98EDFAD5C2A7}"/>
              </a:ext>
            </a:extLst>
          </p:cNvPr>
          <p:cNvSpPr txBox="1"/>
          <p:nvPr/>
        </p:nvSpPr>
        <p:spPr>
          <a:xfrm>
            <a:off x="0" y="0"/>
            <a:ext cx="21674138" cy="3447098"/>
          </a:xfrm>
          <a:prstGeom prst="rect">
            <a:avLst/>
          </a:prstGeom>
          <a:noFill/>
        </p:spPr>
        <p:txBody>
          <a:bodyPr wrap="square" rtlCol="0">
            <a:spAutoFit/>
          </a:bodyPr>
          <a:lstStyle/>
          <a:p>
            <a:r>
              <a:rPr lang="en-GB" sz="4000" u="sng" dirty="0"/>
              <a:t>Justification</a:t>
            </a:r>
          </a:p>
          <a:p>
            <a:endParaRPr lang="en-GB" sz="4000" u="sng" dirty="0"/>
          </a:p>
          <a:p>
            <a:r>
              <a:rPr lang="en-GB" sz="4000" dirty="0"/>
              <a:t>I have decided to make the fonts 16 – 25 and the font serif sans  as at that size it will make It easier for the user to read the information and make it easier for the user to understand at a glance </a:t>
            </a:r>
          </a:p>
          <a:p>
            <a:r>
              <a:rPr lang="en-GB" sz="4000" dirty="0"/>
              <a:t> </a:t>
            </a:r>
          </a:p>
          <a:p>
            <a:r>
              <a:rPr lang="en-GB" dirty="0"/>
              <a:t> </a:t>
            </a:r>
          </a:p>
        </p:txBody>
      </p:sp>
    </p:spTree>
    <p:extLst>
      <p:ext uri="{BB962C8B-B14F-4D97-AF65-F5344CB8AC3E}">
        <p14:creationId xmlns:p14="http://schemas.microsoft.com/office/powerpoint/2010/main" val="30762107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1912</TotalTime>
  <Words>256</Words>
  <Application>Microsoft Office PowerPoint</Application>
  <PresentationFormat>Custom</PresentationFormat>
  <Paragraphs>99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 Francis</dc:creator>
  <cp:lastModifiedBy>Josh Francis</cp:lastModifiedBy>
  <cp:revision>1</cp:revision>
  <dcterms:created xsi:type="dcterms:W3CDTF">2026-03-13T09:27:13Z</dcterms:created>
  <dcterms:modified xsi:type="dcterms:W3CDTF">2026-03-21T12:16:31Z</dcterms:modified>
</cp:coreProperties>
</file>